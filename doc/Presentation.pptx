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78" r:id="rId5"/>
    <p:sldId id="259" r:id="rId6"/>
    <p:sldId id="275" r:id="rId7"/>
    <p:sldId id="260" r:id="rId8"/>
    <p:sldId id="262" r:id="rId9"/>
    <p:sldId id="272" r:id="rId10"/>
    <p:sldId id="283" r:id="rId11"/>
    <p:sldId id="265" r:id="rId12"/>
    <p:sldId id="284" r:id="rId13"/>
    <p:sldId id="279" r:id="rId14"/>
    <p:sldId id="280" r:id="rId15"/>
    <p:sldId id="281" r:id="rId16"/>
    <p:sldId id="282" r:id="rId17"/>
    <p:sldId id="285" r:id="rId18"/>
    <p:sldId id="286" r:id="rId19"/>
    <p:sldId id="287" r:id="rId20"/>
    <p:sldId id="266" r:id="rId21"/>
    <p:sldId id="267" r:id="rId22"/>
    <p:sldId id="268" r:id="rId23"/>
    <p:sldId id="269" r:id="rId24"/>
    <p:sldId id="288" r:id="rId25"/>
    <p:sldId id="289" r:id="rId26"/>
    <p:sldId id="290" r:id="rId27"/>
    <p:sldId id="291" r:id="rId28"/>
    <p:sldId id="292" r:id="rId29"/>
    <p:sldId id="261" r:id="rId30"/>
    <p:sldId id="270" r:id="rId31"/>
    <p:sldId id="294" r:id="rId32"/>
    <p:sldId id="295" r:id="rId33"/>
    <p:sldId id="274" r:id="rId34"/>
    <p:sldId id="293" r:id="rId35"/>
    <p:sldId id="296" r:id="rId36"/>
    <p:sldId id="297" r:id="rId37"/>
    <p:sldId id="298" r:id="rId38"/>
    <p:sldId id="299" r:id="rId39"/>
    <p:sldId id="300" r:id="rId40"/>
    <p:sldId id="264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38D75-0DC1-4D63-B296-76565611EC93}" v="148" dt="2026-03-14T03:42:00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Y CHARAN KUMAR REDDY" userId="11455137d8a8f19c" providerId="LiveId" clId="{D412DB1F-D518-415E-84D7-DA5ABF10D3A9}"/>
    <pc:docChg chg="undo custSel addSld delSld modSld sldOrd">
      <pc:chgData name="AREPALLY CHARAN KUMAR REDDY" userId="11455137d8a8f19c" providerId="LiveId" clId="{D412DB1F-D518-415E-84D7-DA5ABF10D3A9}" dt="2026-03-14T03:42:41.347" v="1497" actId="5793"/>
      <pc:docMkLst>
        <pc:docMk/>
      </pc:docMkLst>
      <pc:sldChg chg="modSp mod">
        <pc:chgData name="AREPALLY CHARAN KUMAR REDDY" userId="11455137d8a8f19c" providerId="LiveId" clId="{D412DB1F-D518-415E-84D7-DA5ABF10D3A9}" dt="2026-03-10T03:13:26.706" v="1101" actId="5793"/>
        <pc:sldMkLst>
          <pc:docMk/>
          <pc:sldMk cId="1358104455" sldId="258"/>
        </pc:sldMkLst>
        <pc:spChg chg="mod">
          <ac:chgData name="AREPALLY CHARAN KUMAR REDDY" userId="11455137d8a8f19c" providerId="LiveId" clId="{D412DB1F-D518-415E-84D7-DA5ABF10D3A9}" dt="2026-03-10T03:13:26.706" v="1101" actId="5793"/>
          <ac:spMkLst>
            <pc:docMk/>
            <pc:sldMk cId="1358104455" sldId="258"/>
            <ac:spMk id="3" creationId="{32AFD2A7-61C2-1E07-9BB1-89A9900AB253}"/>
          </ac:spMkLst>
        </pc:spChg>
      </pc:sldChg>
      <pc:sldChg chg="modSp mod">
        <pc:chgData name="AREPALLY CHARAN KUMAR REDDY" userId="11455137d8a8f19c" providerId="LiveId" clId="{D412DB1F-D518-415E-84D7-DA5ABF10D3A9}" dt="2026-03-09T12:43:56.244" v="492" actId="20577"/>
        <pc:sldMkLst>
          <pc:docMk/>
          <pc:sldMk cId="317040517" sldId="260"/>
        </pc:sldMkLst>
        <pc:spChg chg="mod">
          <ac:chgData name="AREPALLY CHARAN KUMAR REDDY" userId="11455137d8a8f19c" providerId="LiveId" clId="{D412DB1F-D518-415E-84D7-DA5ABF10D3A9}" dt="2026-03-09T12:43:56.244" v="492" actId="20577"/>
          <ac:spMkLst>
            <pc:docMk/>
            <pc:sldMk cId="317040517" sldId="260"/>
            <ac:spMk id="2" creationId="{C8AED028-CAF1-CA65-3D22-BA754F66B2BB}"/>
          </ac:spMkLst>
        </pc:spChg>
      </pc:sldChg>
      <pc:sldChg chg="addSp delSp modSp mod">
        <pc:chgData name="AREPALLY CHARAN KUMAR REDDY" userId="11455137d8a8f19c" providerId="LiveId" clId="{D412DB1F-D518-415E-84D7-DA5ABF10D3A9}" dt="2026-03-14T03:11:43.288" v="1243" actId="20577"/>
        <pc:sldMkLst>
          <pc:docMk/>
          <pc:sldMk cId="204230350" sldId="261"/>
        </pc:sldMkLst>
        <pc:spChg chg="mod">
          <ac:chgData name="AREPALLY CHARAN KUMAR REDDY" userId="11455137d8a8f19c" providerId="LiveId" clId="{D412DB1F-D518-415E-84D7-DA5ABF10D3A9}" dt="2026-03-14T03:11:43.288" v="1243" actId="20577"/>
          <ac:spMkLst>
            <pc:docMk/>
            <pc:sldMk cId="204230350" sldId="261"/>
            <ac:spMk id="3" creationId="{A242B348-5EAB-B307-3372-8D4A2CBF8982}"/>
          </ac:spMkLst>
        </pc:spChg>
        <pc:picChg chg="add mod">
          <ac:chgData name="AREPALLY CHARAN KUMAR REDDY" userId="11455137d8a8f19c" providerId="LiveId" clId="{D412DB1F-D518-415E-84D7-DA5ABF10D3A9}" dt="2026-03-14T03:11:37.819" v="1239" actId="14100"/>
          <ac:picMkLst>
            <pc:docMk/>
            <pc:sldMk cId="204230350" sldId="261"/>
            <ac:picMk id="4" creationId="{93862DD1-AB0C-0FDB-619E-E9E22ED2AE41}"/>
          </ac:picMkLst>
        </pc:picChg>
        <pc:picChg chg="del">
          <ac:chgData name="AREPALLY CHARAN KUMAR REDDY" userId="11455137d8a8f19c" providerId="LiveId" clId="{D412DB1F-D518-415E-84D7-DA5ABF10D3A9}" dt="2026-03-14T03:11:24.214" v="1234" actId="478"/>
          <ac:picMkLst>
            <pc:docMk/>
            <pc:sldMk cId="204230350" sldId="261"/>
            <ac:picMk id="1025" creationId="{C8BCBF9A-8C8E-B49B-EBE5-AA772BABF83D}"/>
          </ac:picMkLst>
        </pc:picChg>
      </pc:sldChg>
      <pc:sldChg chg="addSp delSp modSp mod">
        <pc:chgData name="AREPALLY CHARAN KUMAR REDDY" userId="11455137d8a8f19c" providerId="LiveId" clId="{D412DB1F-D518-415E-84D7-DA5ABF10D3A9}" dt="2026-03-09T21:51:31.187" v="807" actId="164"/>
        <pc:sldMkLst>
          <pc:docMk/>
          <pc:sldMk cId="376129045" sldId="262"/>
        </pc:sldMkLst>
        <pc:grpChg chg="add mod">
          <ac:chgData name="AREPALLY CHARAN KUMAR REDDY" userId="11455137d8a8f19c" providerId="LiveId" clId="{D412DB1F-D518-415E-84D7-DA5ABF10D3A9}" dt="2026-03-09T21:51:31.187" v="807" actId="164"/>
          <ac:grpSpMkLst>
            <pc:docMk/>
            <pc:sldMk cId="376129045" sldId="262"/>
            <ac:grpSpMk id="3" creationId="{E69C7E15-1D85-D20E-0BF0-8126CFA9C986}"/>
          </ac:grpSpMkLst>
        </pc:grpChg>
        <pc:picChg chg="mod">
          <ac:chgData name="AREPALLY CHARAN KUMAR REDDY" userId="11455137d8a8f19c" providerId="LiveId" clId="{D412DB1F-D518-415E-84D7-DA5ABF10D3A9}" dt="2026-03-09T21:51:31.187" v="807" actId="164"/>
          <ac:picMkLst>
            <pc:docMk/>
            <pc:sldMk cId="376129045" sldId="262"/>
            <ac:picMk id="6" creationId="{9184CF1E-F056-22C3-CCD6-87B21B219A2A}"/>
          </ac:picMkLst>
        </pc:picChg>
        <pc:picChg chg="mod">
          <ac:chgData name="AREPALLY CHARAN KUMAR REDDY" userId="11455137d8a8f19c" providerId="LiveId" clId="{D412DB1F-D518-415E-84D7-DA5ABF10D3A9}" dt="2026-03-09T21:51:31.187" v="807" actId="164"/>
          <ac:picMkLst>
            <pc:docMk/>
            <pc:sldMk cId="376129045" sldId="262"/>
            <ac:picMk id="18" creationId="{97691BCB-D581-366E-C247-9340C71ECF8E}"/>
          </ac:picMkLst>
        </pc:picChg>
      </pc:sldChg>
      <pc:sldChg chg="ord">
        <pc:chgData name="AREPALLY CHARAN KUMAR REDDY" userId="11455137d8a8f19c" providerId="LiveId" clId="{D412DB1F-D518-415E-84D7-DA5ABF10D3A9}" dt="2026-03-09T22:42:29.977" v="893"/>
        <pc:sldMkLst>
          <pc:docMk/>
          <pc:sldMk cId="2642271743" sldId="265"/>
        </pc:sldMkLst>
      </pc:sldChg>
      <pc:sldChg chg="addSp delSp modSp mod">
        <pc:chgData name="AREPALLY CHARAN KUMAR REDDY" userId="11455137d8a8f19c" providerId="LiveId" clId="{D412DB1F-D518-415E-84D7-DA5ABF10D3A9}" dt="2026-03-13T12:33:06.312" v="1109" actId="20577"/>
        <pc:sldMkLst>
          <pc:docMk/>
          <pc:sldMk cId="1246858762" sldId="266"/>
        </pc:sldMkLst>
        <pc:spChg chg="mod">
          <ac:chgData name="AREPALLY CHARAN KUMAR REDDY" userId="11455137d8a8f19c" providerId="LiveId" clId="{D412DB1F-D518-415E-84D7-DA5ABF10D3A9}" dt="2026-03-13T12:33:06.312" v="1109" actId="20577"/>
          <ac:spMkLst>
            <pc:docMk/>
            <pc:sldMk cId="1246858762" sldId="266"/>
            <ac:spMk id="9" creationId="{DF2CB2B0-DC06-9A16-9B7D-777870416F01}"/>
          </ac:spMkLst>
        </pc:spChg>
        <pc:grpChg chg="add mod">
          <ac:chgData name="AREPALLY CHARAN KUMAR REDDY" userId="11455137d8a8f19c" providerId="LiveId" clId="{D412DB1F-D518-415E-84D7-DA5ABF10D3A9}" dt="2026-03-10T00:19:59.374" v="1027" actId="164"/>
          <ac:grpSpMkLst>
            <pc:docMk/>
            <pc:sldMk cId="1246858762" sldId="266"/>
            <ac:grpSpMk id="5" creationId="{A9F554AA-8F76-D5C2-BACF-A3A03EEAE621}"/>
          </ac:grpSpMkLst>
        </pc:grpChg>
        <pc:grpChg chg="add mod">
          <ac:chgData name="AREPALLY CHARAN KUMAR REDDY" userId="11455137d8a8f19c" providerId="LiveId" clId="{D412DB1F-D518-415E-84D7-DA5ABF10D3A9}" dt="2026-03-10T00:19:59.374" v="1027" actId="164"/>
          <ac:grpSpMkLst>
            <pc:docMk/>
            <pc:sldMk cId="1246858762" sldId="266"/>
            <ac:grpSpMk id="13" creationId="{78810465-C436-98C2-DAB8-945882D8C0A2}"/>
          </ac:grpSpMkLst>
        </pc:grpChg>
        <pc:picChg chg="add mod">
          <ac:chgData name="AREPALLY CHARAN KUMAR REDDY" userId="11455137d8a8f19c" providerId="LiveId" clId="{D412DB1F-D518-415E-84D7-DA5ABF10D3A9}" dt="2026-03-10T00:19:59.374" v="1027" actId="164"/>
          <ac:picMkLst>
            <pc:docMk/>
            <pc:sldMk cId="1246858762" sldId="266"/>
            <ac:picMk id="7" creationId="{63750194-2479-730A-D7CF-E6435324EA9B}"/>
          </ac:picMkLst>
        </pc:picChg>
        <pc:picChg chg="mod">
          <ac:chgData name="AREPALLY CHARAN KUMAR REDDY" userId="11455137d8a8f19c" providerId="LiveId" clId="{D412DB1F-D518-415E-84D7-DA5ABF10D3A9}" dt="2026-03-09T23:52:45.377" v="956" actId="1076"/>
          <ac:picMkLst>
            <pc:docMk/>
            <pc:sldMk cId="1246858762" sldId="266"/>
            <ac:picMk id="8" creationId="{A1390642-49C6-A049-3E26-10E118E38F82}"/>
          </ac:picMkLst>
        </pc:picChg>
        <pc:picChg chg="mod">
          <ac:chgData name="AREPALLY CHARAN KUMAR REDDY" userId="11455137d8a8f19c" providerId="LiveId" clId="{D412DB1F-D518-415E-84D7-DA5ABF10D3A9}" dt="2026-03-10T00:19:28.799" v="1022" actId="1076"/>
          <ac:picMkLst>
            <pc:docMk/>
            <pc:sldMk cId="1246858762" sldId="266"/>
            <ac:picMk id="10" creationId="{B5AA2FFE-B533-F0B2-D3D9-C9D273B34871}"/>
          </ac:picMkLst>
        </pc:picChg>
        <pc:picChg chg="add mod">
          <ac:chgData name="AREPALLY CHARAN KUMAR REDDY" userId="11455137d8a8f19c" providerId="LiveId" clId="{D412DB1F-D518-415E-84D7-DA5ABF10D3A9}" dt="2026-03-10T00:19:59.374" v="1027" actId="164"/>
          <ac:picMkLst>
            <pc:docMk/>
            <pc:sldMk cId="1246858762" sldId="266"/>
            <ac:picMk id="11" creationId="{F3194E00-EC0E-7A48-F81B-5593C15E735A}"/>
          </ac:picMkLst>
        </pc:picChg>
      </pc:sldChg>
      <pc:sldChg chg="addSp delSp modSp mod">
        <pc:chgData name="AREPALLY CHARAN KUMAR REDDY" userId="11455137d8a8f19c" providerId="LiveId" clId="{D412DB1F-D518-415E-84D7-DA5ABF10D3A9}" dt="2026-03-10T00:32:36.444" v="1043" actId="1076"/>
        <pc:sldMkLst>
          <pc:docMk/>
          <pc:sldMk cId="3719312830" sldId="267"/>
        </pc:sldMkLst>
        <pc:spChg chg="add mod">
          <ac:chgData name="AREPALLY CHARAN KUMAR REDDY" userId="11455137d8a8f19c" providerId="LiveId" clId="{D412DB1F-D518-415E-84D7-DA5ABF10D3A9}" dt="2026-03-10T00:16:47.930" v="1003" actId="164"/>
          <ac:spMkLst>
            <pc:docMk/>
            <pc:sldMk cId="3719312830" sldId="267"/>
            <ac:spMk id="9" creationId="{87FF61DE-9609-DB43-B05D-ADB8D25D9968}"/>
          </ac:spMkLst>
        </pc:spChg>
        <pc:grpChg chg="add mod">
          <ac:chgData name="AREPALLY CHARAN KUMAR REDDY" userId="11455137d8a8f19c" providerId="LiveId" clId="{D412DB1F-D518-415E-84D7-DA5ABF10D3A9}" dt="2026-03-10T00:32:20.689" v="1039" actId="14100"/>
          <ac:grpSpMkLst>
            <pc:docMk/>
            <pc:sldMk cId="3719312830" sldId="267"/>
            <ac:grpSpMk id="12" creationId="{CAEC0184-9BC8-5579-6908-72861B88B9A6}"/>
          </ac:grpSpMkLst>
        </pc:grpChg>
        <pc:picChg chg="mod modCrop">
          <ac:chgData name="AREPALLY CHARAN KUMAR REDDY" userId="11455137d8a8f19c" providerId="LiveId" clId="{D412DB1F-D518-415E-84D7-DA5ABF10D3A9}" dt="2026-03-10T00:16:47.930" v="1003" actId="164"/>
          <ac:picMkLst>
            <pc:docMk/>
            <pc:sldMk cId="3719312830" sldId="267"/>
            <ac:picMk id="3" creationId="{A112FBD4-9C49-9E85-C9CF-A86734223ED3}"/>
          </ac:picMkLst>
        </pc:picChg>
        <pc:picChg chg="add mod">
          <ac:chgData name="AREPALLY CHARAN KUMAR REDDY" userId="11455137d8a8f19c" providerId="LiveId" clId="{D412DB1F-D518-415E-84D7-DA5ABF10D3A9}" dt="2026-03-10T00:16:47.930" v="1003" actId="164"/>
          <ac:picMkLst>
            <pc:docMk/>
            <pc:sldMk cId="3719312830" sldId="267"/>
            <ac:picMk id="6" creationId="{A0F5E865-CFBE-6524-75A1-EA8664CDCB8B}"/>
          </ac:picMkLst>
        </pc:picChg>
        <pc:picChg chg="add mod">
          <ac:chgData name="AREPALLY CHARAN KUMAR REDDY" userId="11455137d8a8f19c" providerId="LiveId" clId="{D412DB1F-D518-415E-84D7-DA5ABF10D3A9}" dt="2026-03-10T00:16:47.930" v="1003" actId="164"/>
          <ac:picMkLst>
            <pc:docMk/>
            <pc:sldMk cId="3719312830" sldId="267"/>
            <ac:picMk id="11" creationId="{D5265007-A006-3537-0CFE-1AB2C2C01A83}"/>
          </ac:picMkLst>
        </pc:picChg>
        <pc:picChg chg="add mod modCrop">
          <ac:chgData name="AREPALLY CHARAN KUMAR REDDY" userId="11455137d8a8f19c" providerId="LiveId" clId="{D412DB1F-D518-415E-84D7-DA5ABF10D3A9}" dt="2026-03-10T00:32:32.651" v="1042" actId="1076"/>
          <ac:picMkLst>
            <pc:docMk/>
            <pc:sldMk cId="3719312830" sldId="267"/>
            <ac:picMk id="14" creationId="{070DFA61-90C7-7CA0-6C1A-F9D0E8E391F5}"/>
          </ac:picMkLst>
        </pc:picChg>
        <pc:picChg chg="add mod">
          <ac:chgData name="AREPALLY CHARAN KUMAR REDDY" userId="11455137d8a8f19c" providerId="LiveId" clId="{D412DB1F-D518-415E-84D7-DA5ABF10D3A9}" dt="2026-03-10T00:32:36.444" v="1043" actId="1076"/>
          <ac:picMkLst>
            <pc:docMk/>
            <pc:sldMk cId="3719312830" sldId="267"/>
            <ac:picMk id="16" creationId="{67A5445B-C985-97ED-F984-410CB982CDDA}"/>
          </ac:picMkLst>
        </pc:picChg>
      </pc:sldChg>
      <pc:sldChg chg="addSp delSp modSp mod">
        <pc:chgData name="AREPALLY CHARAN KUMAR REDDY" userId="11455137d8a8f19c" providerId="LiveId" clId="{D412DB1F-D518-415E-84D7-DA5ABF10D3A9}" dt="2026-03-10T00:35:11.668" v="1057" actId="478"/>
        <pc:sldMkLst>
          <pc:docMk/>
          <pc:sldMk cId="2787984045" sldId="268"/>
        </pc:sldMkLst>
        <pc:picChg chg="add mod">
          <ac:chgData name="AREPALLY CHARAN KUMAR REDDY" userId="11455137d8a8f19c" providerId="LiveId" clId="{D412DB1F-D518-415E-84D7-DA5ABF10D3A9}" dt="2026-03-10T00:34:30.904" v="1055" actId="1076"/>
          <ac:picMkLst>
            <pc:docMk/>
            <pc:sldMk cId="2787984045" sldId="268"/>
            <ac:picMk id="4" creationId="{95B1699F-3BA8-AD09-469E-B2C9C870DD6F}"/>
          </ac:picMkLst>
        </pc:picChg>
      </pc:sldChg>
      <pc:sldChg chg="addSp delSp modSp mod">
        <pc:chgData name="AREPALLY CHARAN KUMAR REDDY" userId="11455137d8a8f19c" providerId="LiveId" clId="{D412DB1F-D518-415E-84D7-DA5ABF10D3A9}" dt="2026-03-10T00:43:23.788" v="1076" actId="1076"/>
        <pc:sldMkLst>
          <pc:docMk/>
          <pc:sldMk cId="1696544044" sldId="269"/>
        </pc:sldMkLst>
        <pc:picChg chg="add mod">
          <ac:chgData name="AREPALLY CHARAN KUMAR REDDY" userId="11455137d8a8f19c" providerId="LiveId" clId="{D412DB1F-D518-415E-84D7-DA5ABF10D3A9}" dt="2026-03-10T00:42:45.407" v="1070" actId="1076"/>
          <ac:picMkLst>
            <pc:docMk/>
            <pc:sldMk cId="1696544044" sldId="269"/>
            <ac:picMk id="4" creationId="{5239E4D2-F11D-8D5A-C59B-7D5846F01E9F}"/>
          </ac:picMkLst>
        </pc:picChg>
        <pc:picChg chg="add mod">
          <ac:chgData name="AREPALLY CHARAN KUMAR REDDY" userId="11455137d8a8f19c" providerId="LiveId" clId="{D412DB1F-D518-415E-84D7-DA5ABF10D3A9}" dt="2026-03-10T00:43:23.788" v="1076" actId="1076"/>
          <ac:picMkLst>
            <pc:docMk/>
            <pc:sldMk cId="1696544044" sldId="269"/>
            <ac:picMk id="9" creationId="{6C9691C8-51AE-B5BC-C65F-A167F63A1B58}"/>
          </ac:picMkLst>
        </pc:picChg>
      </pc:sldChg>
      <pc:sldChg chg="addSp delSp modSp mod">
        <pc:chgData name="AREPALLY CHARAN KUMAR REDDY" userId="11455137d8a8f19c" providerId="LiveId" clId="{D412DB1F-D518-415E-84D7-DA5ABF10D3A9}" dt="2026-03-14T03:12:37.697" v="1255"/>
        <pc:sldMkLst>
          <pc:docMk/>
          <pc:sldMk cId="686849471" sldId="270"/>
        </pc:sldMkLst>
        <pc:spChg chg="mod">
          <ac:chgData name="AREPALLY CHARAN KUMAR REDDY" userId="11455137d8a8f19c" providerId="LiveId" clId="{D412DB1F-D518-415E-84D7-DA5ABF10D3A9}" dt="2026-03-14T03:12:37.697" v="1255"/>
          <ac:spMkLst>
            <pc:docMk/>
            <pc:sldMk cId="686849471" sldId="270"/>
            <ac:spMk id="9" creationId="{59BC7DFF-824B-898C-9400-ECF0C903C5FB}"/>
          </ac:spMkLst>
        </pc:spChg>
        <pc:picChg chg="add mod">
          <ac:chgData name="AREPALLY CHARAN KUMAR REDDY" userId="11455137d8a8f19c" providerId="LiveId" clId="{D412DB1F-D518-415E-84D7-DA5ABF10D3A9}" dt="2026-03-14T03:12:21.956" v="1251" actId="1076"/>
          <ac:picMkLst>
            <pc:docMk/>
            <pc:sldMk cId="686849471" sldId="270"/>
            <ac:picMk id="2" creationId="{F63844DD-7818-2BFC-7242-4201E78DFAEE}"/>
          </ac:picMkLst>
        </pc:picChg>
        <pc:picChg chg="del">
          <ac:chgData name="AREPALLY CHARAN KUMAR REDDY" userId="11455137d8a8f19c" providerId="LiveId" clId="{D412DB1F-D518-415E-84D7-DA5ABF10D3A9}" dt="2026-03-14T03:11:59.053" v="1244" actId="478"/>
          <ac:picMkLst>
            <pc:docMk/>
            <pc:sldMk cId="686849471" sldId="270"/>
            <ac:picMk id="5" creationId="{74297BA2-19AA-4775-A2FA-235ADAA47A70}"/>
          </ac:picMkLst>
        </pc:picChg>
        <pc:picChg chg="add mod">
          <ac:chgData name="AREPALLY CHARAN KUMAR REDDY" userId="11455137d8a8f19c" providerId="LiveId" clId="{D412DB1F-D518-415E-84D7-DA5ABF10D3A9}" dt="2026-03-14T03:12:02.901" v="1246" actId="1076"/>
          <ac:picMkLst>
            <pc:docMk/>
            <pc:sldMk cId="686849471" sldId="270"/>
            <ac:picMk id="2049" creationId="{FC72D4E5-8861-8037-3F1C-7CC828A1D164}"/>
          </ac:picMkLst>
        </pc:picChg>
        <pc:picChg chg="del">
          <ac:chgData name="AREPALLY CHARAN KUMAR REDDY" userId="11455137d8a8f19c" providerId="LiveId" clId="{D412DB1F-D518-415E-84D7-DA5ABF10D3A9}" dt="2026-03-14T03:12:13.950" v="1247" actId="478"/>
          <ac:picMkLst>
            <pc:docMk/>
            <pc:sldMk cId="686849471" sldId="270"/>
            <ac:picMk id="2050" creationId="{CA9A95D1-7592-6FB3-C915-98B6F2D55BF8}"/>
          </ac:picMkLst>
        </pc:picChg>
      </pc:sldChg>
      <pc:sldChg chg="addSp delSp modSp del mod">
        <pc:chgData name="AREPALLY CHARAN KUMAR REDDY" userId="11455137d8a8f19c" providerId="LiveId" clId="{D412DB1F-D518-415E-84D7-DA5ABF10D3A9}" dt="2026-03-14T03:31:09.515" v="1337" actId="2696"/>
        <pc:sldMkLst>
          <pc:docMk/>
          <pc:sldMk cId="3592763634" sldId="271"/>
        </pc:sldMkLst>
        <pc:spChg chg="mod">
          <ac:chgData name="AREPALLY CHARAN KUMAR REDDY" userId="11455137d8a8f19c" providerId="LiveId" clId="{D412DB1F-D518-415E-84D7-DA5ABF10D3A9}" dt="2026-03-14T03:28:26.160" v="1299" actId="1076"/>
          <ac:spMkLst>
            <pc:docMk/>
            <pc:sldMk cId="3592763634" sldId="271"/>
            <ac:spMk id="3" creationId="{51B8026F-A696-EF3C-DBD6-B16C0E08351D}"/>
          </ac:spMkLst>
        </pc:spChg>
        <pc:spChg chg="del mod">
          <ac:chgData name="AREPALLY CHARAN KUMAR REDDY" userId="11455137d8a8f19c" providerId="LiveId" clId="{D412DB1F-D518-415E-84D7-DA5ABF10D3A9}" dt="2026-03-14T03:28:20.406" v="1297" actId="478"/>
          <ac:spMkLst>
            <pc:docMk/>
            <pc:sldMk cId="3592763634" sldId="271"/>
            <ac:spMk id="5" creationId="{60661FBF-A33C-FA87-2AA0-F103FB52589C}"/>
          </ac:spMkLst>
        </pc:spChg>
        <pc:picChg chg="add">
          <ac:chgData name="AREPALLY CHARAN KUMAR REDDY" userId="11455137d8a8f19c" providerId="LiveId" clId="{D412DB1F-D518-415E-84D7-DA5ABF10D3A9}" dt="2026-03-14T03:12:52.353" v="1256"/>
          <ac:picMkLst>
            <pc:docMk/>
            <pc:sldMk cId="3592763634" sldId="271"/>
            <ac:picMk id="2" creationId="{730C40D9-C9BE-13FB-2440-D37BF7068071}"/>
          </ac:picMkLst>
        </pc:picChg>
        <pc:picChg chg="add mod">
          <ac:chgData name="AREPALLY CHARAN KUMAR REDDY" userId="11455137d8a8f19c" providerId="LiveId" clId="{D412DB1F-D518-415E-84D7-DA5ABF10D3A9}" dt="2026-03-14T03:28:22.263" v="1298" actId="1076"/>
          <ac:picMkLst>
            <pc:docMk/>
            <pc:sldMk cId="3592763634" sldId="271"/>
            <ac:picMk id="4" creationId="{0B8EF996-0FE1-C586-1099-E8CA5F2D49E3}"/>
          </ac:picMkLst>
        </pc:picChg>
        <pc:picChg chg="del">
          <ac:chgData name="AREPALLY CHARAN KUMAR REDDY" userId="11455137d8a8f19c" providerId="LiveId" clId="{D412DB1F-D518-415E-84D7-DA5ABF10D3A9}" dt="2026-03-14T03:12:55.106" v="1257" actId="478"/>
          <ac:picMkLst>
            <pc:docMk/>
            <pc:sldMk cId="3592763634" sldId="271"/>
            <ac:picMk id="3073" creationId="{3CE9A824-2F0A-9892-E2A6-94032889F853}"/>
          </ac:picMkLst>
        </pc:picChg>
        <pc:picChg chg="del">
          <ac:chgData name="AREPALLY CHARAN KUMAR REDDY" userId="11455137d8a8f19c" providerId="LiveId" clId="{D412DB1F-D518-415E-84D7-DA5ABF10D3A9}" dt="2026-03-14T03:28:10.971" v="1295" actId="478"/>
          <ac:picMkLst>
            <pc:docMk/>
            <pc:sldMk cId="3592763634" sldId="271"/>
            <ac:picMk id="3074" creationId="{8C6A15A5-C1CD-BDFC-9E72-3D790798B6EE}"/>
          </ac:picMkLst>
        </pc:picChg>
      </pc:sldChg>
      <pc:sldChg chg="addSp delSp modSp mod">
        <pc:chgData name="AREPALLY CHARAN KUMAR REDDY" userId="11455137d8a8f19c" providerId="LiveId" clId="{D412DB1F-D518-415E-84D7-DA5ABF10D3A9}" dt="2026-03-10T03:43:37.423" v="1107" actId="478"/>
        <pc:sldMkLst>
          <pc:docMk/>
          <pc:sldMk cId="4037787718" sldId="272"/>
        </pc:sldMkLst>
        <pc:spChg chg="mod">
          <ac:chgData name="AREPALLY CHARAN KUMAR REDDY" userId="11455137d8a8f19c" providerId="LiveId" clId="{D412DB1F-D518-415E-84D7-DA5ABF10D3A9}" dt="2026-03-09T21:56:03.133" v="859" actId="20577"/>
          <ac:spMkLst>
            <pc:docMk/>
            <pc:sldMk cId="4037787718" sldId="272"/>
            <ac:spMk id="3" creationId="{FCC4986C-D388-763C-7B54-A9B688AE5D7D}"/>
          </ac:spMkLst>
        </pc:spChg>
        <pc:spChg chg="mod">
          <ac:chgData name="AREPALLY CHARAN KUMAR REDDY" userId="11455137d8a8f19c" providerId="LiveId" clId="{D412DB1F-D518-415E-84D7-DA5ABF10D3A9}" dt="2026-03-09T19:41:29.154" v="711" actId="164"/>
          <ac:spMkLst>
            <pc:docMk/>
            <pc:sldMk cId="4037787718" sldId="272"/>
            <ac:spMk id="17" creationId="{2C2DE6C5-2F2D-0779-1265-DFEC4CEEDC06}"/>
          </ac:spMkLst>
        </pc:spChg>
        <pc:grpChg chg="mod">
          <ac:chgData name="AREPALLY CHARAN KUMAR REDDY" userId="11455137d8a8f19c" providerId="LiveId" clId="{D412DB1F-D518-415E-84D7-DA5ABF10D3A9}" dt="2026-03-09T19:41:42.814" v="714" actId="1076"/>
          <ac:grpSpMkLst>
            <pc:docMk/>
            <pc:sldMk cId="4037787718" sldId="272"/>
            <ac:grpSpMk id="6" creationId="{6AB1BA53-D7D8-0D3A-C557-5AE851FCD2D9}"/>
          </ac:grpSpMkLst>
        </pc:grp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2" creationId="{9F874784-20BF-AC18-38B6-8FE55E6D1D4B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5" creationId="{F1780FB7-1778-1515-CBB1-20EEA9B22F6F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9" creationId="{67CD9A85-F9A9-FB6D-1AE5-436C983CA937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11" creationId="{1A689B31-7CFD-800F-5F35-7DA427880AA3}"/>
          </ac:picMkLst>
        </pc:picChg>
        <pc:picChg chg="mod">
          <ac:chgData name="AREPALLY CHARAN KUMAR REDDY" userId="11455137d8a8f19c" providerId="LiveId" clId="{D412DB1F-D518-415E-84D7-DA5ABF10D3A9}" dt="2026-03-09T19:14:04.960" v="709" actId="14100"/>
          <ac:picMkLst>
            <pc:docMk/>
            <pc:sldMk cId="4037787718" sldId="272"/>
            <ac:picMk id="12" creationId="{4B97AA0C-42B7-CDC2-76A1-E365B1C58624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13" creationId="{B8C54356-D372-FC49-5BEB-32C58E05D31C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14" creationId="{019D14AE-E64A-EEFF-50AC-EAE46275A937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15" creationId="{A8B08672-4676-CB70-8769-778BCDDB3C23}"/>
          </ac:picMkLst>
        </pc:picChg>
        <pc:picChg chg="mod">
          <ac:chgData name="AREPALLY CHARAN KUMAR REDDY" userId="11455137d8a8f19c" providerId="LiveId" clId="{D412DB1F-D518-415E-84D7-DA5ABF10D3A9}" dt="2026-03-09T19:41:29.154" v="711" actId="164"/>
          <ac:picMkLst>
            <pc:docMk/>
            <pc:sldMk cId="4037787718" sldId="272"/>
            <ac:picMk id="16" creationId="{EFADE631-2BE1-C51D-577F-51A218D8E0D0}"/>
          </ac:picMkLst>
        </pc:picChg>
      </pc:sldChg>
      <pc:sldChg chg="addSp modSp mod ord">
        <pc:chgData name="AREPALLY CHARAN KUMAR REDDY" userId="11455137d8a8f19c" providerId="LiveId" clId="{D412DB1F-D518-415E-84D7-DA5ABF10D3A9}" dt="2026-03-14T03:27:31.143" v="1293" actId="404"/>
        <pc:sldMkLst>
          <pc:docMk/>
          <pc:sldMk cId="641445761" sldId="274"/>
        </pc:sldMkLst>
        <pc:spChg chg="mod">
          <ac:chgData name="AREPALLY CHARAN KUMAR REDDY" userId="11455137d8a8f19c" providerId="LiveId" clId="{D412DB1F-D518-415E-84D7-DA5ABF10D3A9}" dt="2026-03-14T03:27:31.143" v="1293" actId="404"/>
          <ac:spMkLst>
            <pc:docMk/>
            <pc:sldMk cId="641445761" sldId="274"/>
            <ac:spMk id="2" creationId="{12DD1462-A79C-BE28-B3D3-404DBEC693EA}"/>
          </ac:spMkLst>
        </pc:spChg>
        <pc:graphicFrameChg chg="add mod">
          <ac:chgData name="AREPALLY CHARAN KUMAR REDDY" userId="11455137d8a8f19c" providerId="LiveId" clId="{D412DB1F-D518-415E-84D7-DA5ABF10D3A9}" dt="2026-03-14T03:27:25.996" v="1288" actId="1076"/>
          <ac:graphicFrameMkLst>
            <pc:docMk/>
            <pc:sldMk cId="641445761" sldId="274"/>
            <ac:graphicFrameMk id="3" creationId="{070634B2-7D40-7BE3-8474-4B180AA8FC07}"/>
          </ac:graphicFrameMkLst>
        </pc:graphicFrameChg>
      </pc:sldChg>
      <pc:sldChg chg="addSp delSp modSp new mod">
        <pc:chgData name="AREPALLY CHARAN KUMAR REDDY" userId="11455137d8a8f19c" providerId="LiveId" clId="{D412DB1F-D518-415E-84D7-DA5ABF10D3A9}" dt="2026-03-09T19:13:16.306" v="703" actId="478"/>
        <pc:sldMkLst>
          <pc:docMk/>
          <pc:sldMk cId="1225358280" sldId="275"/>
        </pc:sldMkLst>
        <pc:grpChg chg="add mod">
          <ac:chgData name="AREPALLY CHARAN KUMAR REDDY" userId="11455137d8a8f19c" providerId="LiveId" clId="{D412DB1F-D518-415E-84D7-DA5ABF10D3A9}" dt="2026-03-09T18:04:14.867" v="572" actId="1076"/>
          <ac:grpSpMkLst>
            <pc:docMk/>
            <pc:sldMk cId="1225358280" sldId="275"/>
            <ac:grpSpMk id="18" creationId="{AD862882-B873-BAEF-C445-6507BFAC3379}"/>
          </ac:grpSpMkLst>
        </pc:grp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3" creationId="{0CC1197D-AAE6-F814-C7E6-23F73F4C42BA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5" creationId="{FFBB1C9A-4F6E-8347-0165-2A6E80D57FC9}"/>
          </ac:picMkLst>
        </pc:picChg>
        <pc:picChg chg="add del mod modCrop">
          <ac:chgData name="AREPALLY CHARAN KUMAR REDDY" userId="11455137d8a8f19c" providerId="LiveId" clId="{D412DB1F-D518-415E-84D7-DA5ABF10D3A9}" dt="2026-03-09T19:13:16.306" v="703" actId="478"/>
          <ac:picMkLst>
            <pc:docMk/>
            <pc:sldMk cId="1225358280" sldId="275"/>
            <ac:picMk id="7" creationId="{014360AC-F7AA-EDBD-0E2D-34F0C19D629C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9" creationId="{FF3D591E-7392-128C-1545-EA456C728E0C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11" creationId="{1BCDD2A9-38BC-E1E4-BFF8-E84B005936B3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13" creationId="{F17986C6-1042-1B3C-2346-07C8C063727C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15" creationId="{29C6F060-DD7D-1E3D-0F41-7BD250376F0A}"/>
          </ac:picMkLst>
        </pc:picChg>
        <pc:picChg chg="add mod modCrop">
          <ac:chgData name="AREPALLY CHARAN KUMAR REDDY" userId="11455137d8a8f19c" providerId="LiveId" clId="{D412DB1F-D518-415E-84D7-DA5ABF10D3A9}" dt="2026-03-09T18:04:06.182" v="571" actId="164"/>
          <ac:picMkLst>
            <pc:docMk/>
            <pc:sldMk cId="1225358280" sldId="275"/>
            <ac:picMk id="17" creationId="{C5025C79-2976-4BCB-0794-8885684F7F66}"/>
          </ac:picMkLst>
        </pc:picChg>
      </pc:sldChg>
      <pc:sldChg chg="addSp modSp new mod">
        <pc:chgData name="AREPALLY CHARAN KUMAR REDDY" userId="11455137d8a8f19c" providerId="LiveId" clId="{D412DB1F-D518-415E-84D7-DA5ABF10D3A9}" dt="2026-03-09T19:02:13.115" v="701" actId="1076"/>
        <pc:sldMkLst>
          <pc:docMk/>
          <pc:sldMk cId="1404207061" sldId="278"/>
        </pc:sldMkLst>
        <pc:spChg chg="add mod">
          <ac:chgData name="AREPALLY CHARAN KUMAR REDDY" userId="11455137d8a8f19c" providerId="LiveId" clId="{D412DB1F-D518-415E-84D7-DA5ABF10D3A9}" dt="2026-03-09T19:02:08.430" v="700" actId="164"/>
          <ac:spMkLst>
            <pc:docMk/>
            <pc:sldMk cId="1404207061" sldId="278"/>
            <ac:spMk id="7" creationId="{15B11FFE-14E5-D239-8D2A-5FABDA4E71B4}"/>
          </ac:spMkLst>
        </pc:spChg>
        <pc:grpChg chg="add mod">
          <ac:chgData name="AREPALLY CHARAN KUMAR REDDY" userId="11455137d8a8f19c" providerId="LiveId" clId="{D412DB1F-D518-415E-84D7-DA5ABF10D3A9}" dt="2026-03-09T19:02:08.430" v="700" actId="164"/>
          <ac:grpSpMkLst>
            <pc:docMk/>
            <pc:sldMk cId="1404207061" sldId="278"/>
            <ac:grpSpMk id="6" creationId="{0CADCD0A-6E0D-5C7F-643D-ADBFC607A43A}"/>
          </ac:grpSpMkLst>
        </pc:grpChg>
        <pc:grpChg chg="add mod">
          <ac:chgData name="AREPALLY CHARAN KUMAR REDDY" userId="11455137d8a8f19c" providerId="LiveId" clId="{D412DB1F-D518-415E-84D7-DA5ABF10D3A9}" dt="2026-03-09T19:02:13.115" v="701" actId="1076"/>
          <ac:grpSpMkLst>
            <pc:docMk/>
            <pc:sldMk cId="1404207061" sldId="278"/>
            <ac:grpSpMk id="10" creationId="{973069FA-6C41-CF73-C888-96D074531C39}"/>
          </ac:grpSpMkLst>
        </pc:grpChg>
        <pc:picChg chg="add mod">
          <ac:chgData name="AREPALLY CHARAN KUMAR REDDY" userId="11455137d8a8f19c" providerId="LiveId" clId="{D412DB1F-D518-415E-84D7-DA5ABF10D3A9}" dt="2026-03-09T18:55:16.701" v="661" actId="164"/>
          <ac:picMkLst>
            <pc:docMk/>
            <pc:sldMk cId="1404207061" sldId="278"/>
            <ac:picMk id="2" creationId="{56E8238C-B055-76C3-F874-EB4E1C1D8AFD}"/>
          </ac:picMkLst>
        </pc:picChg>
        <pc:picChg chg="add mod modCrop">
          <ac:chgData name="AREPALLY CHARAN KUMAR REDDY" userId="11455137d8a8f19c" providerId="LiveId" clId="{D412DB1F-D518-415E-84D7-DA5ABF10D3A9}" dt="2026-03-09T18:55:16.701" v="661" actId="164"/>
          <ac:picMkLst>
            <pc:docMk/>
            <pc:sldMk cId="1404207061" sldId="278"/>
            <ac:picMk id="3" creationId="{4B7CF773-B5E9-13AD-8F08-68A240043031}"/>
          </ac:picMkLst>
        </pc:picChg>
        <pc:picChg chg="add mod">
          <ac:chgData name="AREPALLY CHARAN KUMAR REDDY" userId="11455137d8a8f19c" providerId="LiveId" clId="{D412DB1F-D518-415E-84D7-DA5ABF10D3A9}" dt="2026-03-09T18:55:16.701" v="661" actId="164"/>
          <ac:picMkLst>
            <pc:docMk/>
            <pc:sldMk cId="1404207061" sldId="278"/>
            <ac:picMk id="4" creationId="{B68C5560-96A1-2F8E-C9AF-F5CBB2EA864B}"/>
          </ac:picMkLst>
        </pc:picChg>
        <pc:picChg chg="add mod">
          <ac:chgData name="AREPALLY CHARAN KUMAR REDDY" userId="11455137d8a8f19c" providerId="LiveId" clId="{D412DB1F-D518-415E-84D7-DA5ABF10D3A9}" dt="2026-03-09T18:55:16.701" v="661" actId="164"/>
          <ac:picMkLst>
            <pc:docMk/>
            <pc:sldMk cId="1404207061" sldId="278"/>
            <ac:picMk id="5" creationId="{AD3526D9-31E2-A500-F7BE-741450CB8623}"/>
          </ac:picMkLst>
        </pc:picChg>
        <pc:picChg chg="add mod">
          <ac:chgData name="AREPALLY CHARAN KUMAR REDDY" userId="11455137d8a8f19c" providerId="LiveId" clId="{D412DB1F-D518-415E-84D7-DA5ABF10D3A9}" dt="2026-03-09T19:02:08.430" v="700" actId="164"/>
          <ac:picMkLst>
            <pc:docMk/>
            <pc:sldMk cId="1404207061" sldId="278"/>
            <ac:picMk id="9" creationId="{8B3CC06E-B8C8-D207-2E20-F4A8142CE3CC}"/>
          </ac:picMkLst>
        </pc:picChg>
      </pc:sldChg>
      <pc:sldChg chg="addSp delSp modSp new mod ord">
        <pc:chgData name="AREPALLY CHARAN KUMAR REDDY" userId="11455137d8a8f19c" providerId="LiveId" clId="{D412DB1F-D518-415E-84D7-DA5ABF10D3A9}" dt="2026-03-10T00:45:46.523" v="1082" actId="20577"/>
        <pc:sldMkLst>
          <pc:docMk/>
          <pc:sldMk cId="2234795594" sldId="279"/>
        </pc:sldMkLst>
        <pc:spChg chg="add mod">
          <ac:chgData name="AREPALLY CHARAN KUMAR REDDY" userId="11455137d8a8f19c" providerId="LiveId" clId="{D412DB1F-D518-415E-84D7-DA5ABF10D3A9}" dt="2026-03-10T00:45:46.523" v="1082" actId="20577"/>
          <ac:spMkLst>
            <pc:docMk/>
            <pc:sldMk cId="2234795594" sldId="279"/>
            <ac:spMk id="2" creationId="{94A36733-8679-1FD4-2068-80DF8F7143E8}"/>
          </ac:spMkLst>
        </pc:spChg>
        <pc:grpChg chg="add mod">
          <ac:chgData name="AREPALLY CHARAN KUMAR REDDY" userId="11455137d8a8f19c" providerId="LiveId" clId="{D412DB1F-D518-415E-84D7-DA5ABF10D3A9}" dt="2026-03-09T21:34:50.167" v="767" actId="164"/>
          <ac:grpSpMkLst>
            <pc:docMk/>
            <pc:sldMk cId="2234795594" sldId="279"/>
            <ac:grpSpMk id="3" creationId="{E3606853-19C6-300A-2BE8-F0A625833744}"/>
          </ac:grpSpMkLst>
        </pc:grpChg>
        <pc:grpChg chg="add mod">
          <ac:chgData name="AREPALLY CHARAN KUMAR REDDY" userId="11455137d8a8f19c" providerId="LiveId" clId="{D412DB1F-D518-415E-84D7-DA5ABF10D3A9}" dt="2026-03-09T21:34:50.167" v="767" actId="164"/>
          <ac:grpSpMkLst>
            <pc:docMk/>
            <pc:sldMk cId="2234795594" sldId="279"/>
            <ac:grpSpMk id="15" creationId="{F75E171B-A592-8528-9943-4CE700E3B3DA}"/>
          </ac:grpSpMkLst>
        </pc:grpChg>
        <pc:picChg chg="mod">
          <ac:chgData name="AREPALLY CHARAN KUMAR REDDY" userId="11455137d8a8f19c" providerId="LiveId" clId="{D412DB1F-D518-415E-84D7-DA5ABF10D3A9}" dt="2026-03-09T21:22:53.521" v="725"/>
          <ac:picMkLst>
            <pc:docMk/>
            <pc:sldMk cId="2234795594" sldId="279"/>
            <ac:picMk id="4" creationId="{71B268C0-0863-CA9B-0046-AC6F80B5F09C}"/>
          </ac:picMkLst>
        </pc:picChg>
        <pc:picChg chg="mod">
          <ac:chgData name="AREPALLY CHARAN KUMAR REDDY" userId="11455137d8a8f19c" providerId="LiveId" clId="{D412DB1F-D518-415E-84D7-DA5ABF10D3A9}" dt="2026-03-09T21:22:53.521" v="725"/>
          <ac:picMkLst>
            <pc:docMk/>
            <pc:sldMk cId="2234795594" sldId="279"/>
            <ac:picMk id="5" creationId="{D141229E-3CAD-4CF5-B568-FBC8EEB7A059}"/>
          </ac:picMkLst>
        </pc:picChg>
        <pc:picChg chg="add mod">
          <ac:chgData name="AREPALLY CHARAN KUMAR REDDY" userId="11455137d8a8f19c" providerId="LiveId" clId="{D412DB1F-D518-415E-84D7-DA5ABF10D3A9}" dt="2026-03-09T21:34:50.167" v="767" actId="164"/>
          <ac:picMkLst>
            <pc:docMk/>
            <pc:sldMk cId="2234795594" sldId="279"/>
            <ac:picMk id="10" creationId="{D406A940-497A-BA29-74B8-6099F7DB7AE8}"/>
          </ac:picMkLst>
        </pc:picChg>
        <pc:picChg chg="add mod modCrop">
          <ac:chgData name="AREPALLY CHARAN KUMAR REDDY" userId="11455137d8a8f19c" providerId="LiveId" clId="{D412DB1F-D518-415E-84D7-DA5ABF10D3A9}" dt="2026-03-09T21:34:50.167" v="767" actId="164"/>
          <ac:picMkLst>
            <pc:docMk/>
            <pc:sldMk cId="2234795594" sldId="279"/>
            <ac:picMk id="12" creationId="{23127936-0E41-DFF2-B7EC-E411B2B0ACA7}"/>
          </ac:picMkLst>
        </pc:picChg>
        <pc:picChg chg="add mod modCrop">
          <ac:chgData name="AREPALLY CHARAN KUMAR REDDY" userId="11455137d8a8f19c" providerId="LiveId" clId="{D412DB1F-D518-415E-84D7-DA5ABF10D3A9}" dt="2026-03-09T21:34:50.167" v="767" actId="164"/>
          <ac:picMkLst>
            <pc:docMk/>
            <pc:sldMk cId="2234795594" sldId="279"/>
            <ac:picMk id="14" creationId="{DA556D20-420D-60C3-43E5-CBD328C5B089}"/>
          </ac:picMkLst>
        </pc:picChg>
      </pc:sldChg>
      <pc:sldChg chg="addSp delSp modSp new mod ord">
        <pc:chgData name="AREPALLY CHARAN KUMAR REDDY" userId="11455137d8a8f19c" providerId="LiveId" clId="{D412DB1F-D518-415E-84D7-DA5ABF10D3A9}" dt="2026-03-10T00:47:30.020" v="1092"/>
        <pc:sldMkLst>
          <pc:docMk/>
          <pc:sldMk cId="3892837578" sldId="280"/>
        </pc:sldMkLst>
        <pc:grpChg chg="add mod">
          <ac:chgData name="AREPALLY CHARAN KUMAR REDDY" userId="11455137d8a8f19c" providerId="LiveId" clId="{D412DB1F-D518-415E-84D7-DA5ABF10D3A9}" dt="2026-03-09T21:37:21.169" v="778" actId="164"/>
          <ac:grpSpMkLst>
            <pc:docMk/>
            <pc:sldMk cId="3892837578" sldId="280"/>
            <ac:grpSpMk id="5" creationId="{AC9DDBB8-B182-67AF-95CA-36187602B8B8}"/>
          </ac:grpSpMkLst>
        </pc:grpChg>
        <pc:grpChg chg="add mod">
          <ac:chgData name="AREPALLY CHARAN KUMAR REDDY" userId="11455137d8a8f19c" providerId="LiveId" clId="{D412DB1F-D518-415E-84D7-DA5ABF10D3A9}" dt="2026-03-09T21:37:21.169" v="778" actId="164"/>
          <ac:grpSpMkLst>
            <pc:docMk/>
            <pc:sldMk cId="3892837578" sldId="280"/>
            <ac:grpSpMk id="9" creationId="{1083078A-A968-6D99-F790-C4C7CEB5324A}"/>
          </ac:grpSpMkLst>
        </pc:grpChg>
        <pc:grpChg chg="add mod">
          <ac:chgData name="AREPALLY CHARAN KUMAR REDDY" userId="11455137d8a8f19c" providerId="LiveId" clId="{D412DB1F-D518-415E-84D7-DA5ABF10D3A9}" dt="2026-03-09T21:45:01.905" v="800" actId="14100"/>
          <ac:grpSpMkLst>
            <pc:docMk/>
            <pc:sldMk cId="3892837578" sldId="280"/>
            <ac:grpSpMk id="10" creationId="{D9253A58-3EAC-F1F1-5C65-A7F4EFDF95C1}"/>
          </ac:grpSpMkLst>
        </pc:grpChg>
        <pc:picChg chg="add mod">
          <ac:chgData name="AREPALLY CHARAN KUMAR REDDY" userId="11455137d8a8f19c" providerId="LiveId" clId="{D412DB1F-D518-415E-84D7-DA5ABF10D3A9}" dt="2026-03-09T21:35:14.462" v="772" actId="164"/>
          <ac:picMkLst>
            <pc:docMk/>
            <pc:sldMk cId="3892837578" sldId="280"/>
            <ac:picMk id="3" creationId="{F6348255-9E95-FFED-6681-3CF54A852465}"/>
          </ac:picMkLst>
        </pc:picChg>
        <pc:picChg chg="add mod">
          <ac:chgData name="AREPALLY CHARAN KUMAR REDDY" userId="11455137d8a8f19c" providerId="LiveId" clId="{D412DB1F-D518-415E-84D7-DA5ABF10D3A9}" dt="2026-03-09T21:35:14.462" v="772" actId="164"/>
          <ac:picMkLst>
            <pc:docMk/>
            <pc:sldMk cId="3892837578" sldId="280"/>
            <ac:picMk id="4" creationId="{22E91BD9-F888-BA43-19F0-1B360816CF38}"/>
          </ac:picMkLst>
        </pc:picChg>
        <pc:picChg chg="add mod">
          <ac:chgData name="AREPALLY CHARAN KUMAR REDDY" userId="11455137d8a8f19c" providerId="LiveId" clId="{D412DB1F-D518-415E-84D7-DA5ABF10D3A9}" dt="2026-03-09T21:37:14.993" v="777" actId="164"/>
          <ac:picMkLst>
            <pc:docMk/>
            <pc:sldMk cId="3892837578" sldId="280"/>
            <ac:picMk id="6" creationId="{5ACAA74A-AD0E-6545-8F91-DD6B971F9C45}"/>
          </ac:picMkLst>
        </pc:picChg>
        <pc:picChg chg="add mod">
          <ac:chgData name="AREPALLY CHARAN KUMAR REDDY" userId="11455137d8a8f19c" providerId="LiveId" clId="{D412DB1F-D518-415E-84D7-DA5ABF10D3A9}" dt="2026-03-09T21:37:14.993" v="777" actId="164"/>
          <ac:picMkLst>
            <pc:docMk/>
            <pc:sldMk cId="3892837578" sldId="280"/>
            <ac:picMk id="8" creationId="{7D8CFDEB-8565-4815-AE01-B7CC7E20D92D}"/>
          </ac:picMkLst>
        </pc:picChg>
      </pc:sldChg>
      <pc:sldChg chg="addSp delSp modSp new mod ord">
        <pc:chgData name="AREPALLY CHARAN KUMAR REDDY" userId="11455137d8a8f19c" providerId="LiveId" clId="{D412DB1F-D518-415E-84D7-DA5ABF10D3A9}" dt="2026-03-10T00:47:54.745" v="1096"/>
        <pc:sldMkLst>
          <pc:docMk/>
          <pc:sldMk cId="763705101" sldId="281"/>
        </pc:sldMkLst>
        <pc:picChg chg="add mod">
          <ac:chgData name="AREPALLY CHARAN KUMAR REDDY" userId="11455137d8a8f19c" providerId="LiveId" clId="{D412DB1F-D518-415E-84D7-DA5ABF10D3A9}" dt="2026-03-09T21:42:25.131" v="794" actId="14100"/>
          <ac:picMkLst>
            <pc:docMk/>
            <pc:sldMk cId="763705101" sldId="281"/>
            <ac:picMk id="2" creationId="{50027452-6F84-DCA1-A928-8FA73574CDEC}"/>
          </ac:picMkLst>
        </pc:picChg>
      </pc:sldChg>
      <pc:sldChg chg="addSp modSp new mod ord">
        <pc:chgData name="AREPALLY CHARAN KUMAR REDDY" userId="11455137d8a8f19c" providerId="LiveId" clId="{D412DB1F-D518-415E-84D7-DA5ABF10D3A9}" dt="2026-03-10T00:45:41.446" v="1081"/>
        <pc:sldMkLst>
          <pc:docMk/>
          <pc:sldMk cId="3403457891" sldId="282"/>
        </pc:sldMkLst>
        <pc:spChg chg="add mod ord">
          <ac:chgData name="AREPALLY CHARAN KUMAR REDDY" userId="11455137d8a8f19c" providerId="LiveId" clId="{D412DB1F-D518-415E-84D7-DA5ABF10D3A9}" dt="2026-03-09T21:53:42.289" v="813" actId="171"/>
          <ac:spMkLst>
            <pc:docMk/>
            <pc:sldMk cId="3403457891" sldId="282"/>
            <ac:spMk id="3" creationId="{9C532284-A3CD-E491-297D-E16778D8590F}"/>
          </ac:spMkLst>
        </pc:spChg>
        <pc:spChg chg="add ord">
          <ac:chgData name="AREPALLY CHARAN KUMAR REDDY" userId="11455137d8a8f19c" providerId="LiveId" clId="{D412DB1F-D518-415E-84D7-DA5ABF10D3A9}" dt="2026-03-09T21:54:05.076" v="815" actId="167"/>
          <ac:spMkLst>
            <pc:docMk/>
            <pc:sldMk cId="3403457891" sldId="282"/>
            <ac:spMk id="4" creationId="{9592E153-0915-4830-77BD-33C539C49189}"/>
          </ac:spMkLst>
        </pc:spChg>
        <pc:picChg chg="add mod">
          <ac:chgData name="AREPALLY CHARAN KUMAR REDDY" userId="11455137d8a8f19c" providerId="LiveId" clId="{D412DB1F-D518-415E-84D7-DA5ABF10D3A9}" dt="2026-03-09T21:42:40.399" v="799" actId="1076"/>
          <ac:picMkLst>
            <pc:docMk/>
            <pc:sldMk cId="3403457891" sldId="282"/>
            <ac:picMk id="2" creationId="{5A52B109-76D4-5416-1365-F1A6962AA858}"/>
          </ac:picMkLst>
        </pc:picChg>
      </pc:sldChg>
      <pc:sldChg chg="addSp delSp modSp new mod">
        <pc:chgData name="AREPALLY CHARAN KUMAR REDDY" userId="11455137d8a8f19c" providerId="LiveId" clId="{D412DB1F-D518-415E-84D7-DA5ABF10D3A9}" dt="2026-03-09T23:11:33.679" v="933" actId="1076"/>
        <pc:sldMkLst>
          <pc:docMk/>
          <pc:sldMk cId="3205191601" sldId="283"/>
        </pc:sldMkLst>
        <pc:spChg chg="add mod">
          <ac:chgData name="AREPALLY CHARAN KUMAR REDDY" userId="11455137d8a8f19c" providerId="LiveId" clId="{D412DB1F-D518-415E-84D7-DA5ABF10D3A9}" dt="2026-03-09T23:11:33.679" v="933" actId="1076"/>
          <ac:spMkLst>
            <pc:docMk/>
            <pc:sldMk cId="3205191601" sldId="283"/>
            <ac:spMk id="8" creationId="{1AC76D7E-7B38-AA8F-E0B3-5B97BCC587CD}"/>
          </ac:spMkLst>
        </pc:spChg>
        <pc:grpChg chg="add mod">
          <ac:chgData name="AREPALLY CHARAN KUMAR REDDY" userId="11455137d8a8f19c" providerId="LiveId" clId="{D412DB1F-D518-415E-84D7-DA5ABF10D3A9}" dt="2026-03-09T23:11:30.384" v="932" actId="1076"/>
          <ac:grpSpMkLst>
            <pc:docMk/>
            <pc:sldMk cId="3205191601" sldId="283"/>
            <ac:grpSpMk id="6" creationId="{D5F5A75E-4F48-B348-2D51-5E971A478917}"/>
          </ac:grpSpMkLst>
        </pc:grpChg>
        <pc:picChg chg="add mod">
          <ac:chgData name="AREPALLY CHARAN KUMAR REDDY" userId="11455137d8a8f19c" providerId="LiveId" clId="{D412DB1F-D518-415E-84D7-DA5ABF10D3A9}" dt="2026-03-09T22:27:55.174" v="880" actId="164"/>
          <ac:picMkLst>
            <pc:docMk/>
            <pc:sldMk cId="3205191601" sldId="283"/>
            <ac:picMk id="3" creationId="{AB67C148-A906-7BE2-EE68-24BE4DA7CB82}"/>
          </ac:picMkLst>
        </pc:picChg>
        <pc:picChg chg="add mod modCrop">
          <ac:chgData name="AREPALLY CHARAN KUMAR REDDY" userId="11455137d8a8f19c" providerId="LiveId" clId="{D412DB1F-D518-415E-84D7-DA5ABF10D3A9}" dt="2026-03-09T22:27:55.174" v="880" actId="164"/>
          <ac:picMkLst>
            <pc:docMk/>
            <pc:sldMk cId="3205191601" sldId="283"/>
            <ac:picMk id="5" creationId="{85A43E92-38BA-7775-62C5-8F86721820B1}"/>
          </ac:picMkLst>
        </pc:picChg>
        <pc:picChg chg="add mod modCrop">
          <ac:chgData name="AREPALLY CHARAN KUMAR REDDY" userId="11455137d8a8f19c" providerId="LiveId" clId="{D412DB1F-D518-415E-84D7-DA5ABF10D3A9}" dt="2026-03-09T22:53:14.881" v="912" actId="732"/>
          <ac:picMkLst>
            <pc:docMk/>
            <pc:sldMk cId="3205191601" sldId="283"/>
            <ac:picMk id="11" creationId="{2A0615E2-D46F-86FB-2BC2-F1555A884CF4}"/>
          </ac:picMkLst>
        </pc:picChg>
      </pc:sldChg>
      <pc:sldChg chg="addSp modSp new mod">
        <pc:chgData name="AREPALLY CHARAN KUMAR REDDY" userId="11455137d8a8f19c" providerId="LiveId" clId="{D412DB1F-D518-415E-84D7-DA5ABF10D3A9}" dt="2026-03-09T23:07:40.906" v="919" actId="14100"/>
        <pc:sldMkLst>
          <pc:docMk/>
          <pc:sldMk cId="3681745637" sldId="284"/>
        </pc:sldMkLst>
        <pc:picChg chg="add mod">
          <ac:chgData name="AREPALLY CHARAN KUMAR REDDY" userId="11455137d8a8f19c" providerId="LiveId" clId="{D412DB1F-D518-415E-84D7-DA5ABF10D3A9}" dt="2026-03-09T23:07:40.906" v="919" actId="14100"/>
          <ac:picMkLst>
            <pc:docMk/>
            <pc:sldMk cId="3681745637" sldId="284"/>
            <ac:picMk id="3" creationId="{2E79E245-7158-0211-DAF8-E36F410A6FDC}"/>
          </ac:picMkLst>
        </pc:picChg>
      </pc:sldChg>
      <pc:sldChg chg="addSp modSp new mod">
        <pc:chgData name="AREPALLY CHARAN KUMAR REDDY" userId="11455137d8a8f19c" providerId="LiveId" clId="{D412DB1F-D518-415E-84D7-DA5ABF10D3A9}" dt="2026-03-13T12:40:38.399" v="1145" actId="1076"/>
        <pc:sldMkLst>
          <pc:docMk/>
          <pc:sldMk cId="2352773542" sldId="285"/>
        </pc:sldMkLst>
        <pc:spChg chg="add mod">
          <ac:chgData name="AREPALLY CHARAN KUMAR REDDY" userId="11455137d8a8f19c" providerId="LiveId" clId="{D412DB1F-D518-415E-84D7-DA5ABF10D3A9}" dt="2026-03-13T12:40:20.479" v="1140" actId="403"/>
          <ac:spMkLst>
            <pc:docMk/>
            <pc:sldMk cId="2352773542" sldId="285"/>
            <ac:spMk id="3" creationId="{C5101570-2A88-05C0-66AA-08E42F47ED51}"/>
          </ac:spMkLst>
        </pc:spChg>
        <pc:picChg chg="add mod">
          <ac:chgData name="AREPALLY CHARAN KUMAR REDDY" userId="11455137d8a8f19c" providerId="LiveId" clId="{D412DB1F-D518-415E-84D7-DA5ABF10D3A9}" dt="2026-03-13T12:40:23.608" v="1141" actId="1076"/>
          <ac:picMkLst>
            <pc:docMk/>
            <pc:sldMk cId="2352773542" sldId="285"/>
            <ac:picMk id="5" creationId="{33EF29C9-17EA-8A94-87CE-5D4E71B46D56}"/>
          </ac:picMkLst>
        </pc:picChg>
        <pc:picChg chg="add mod">
          <ac:chgData name="AREPALLY CHARAN KUMAR REDDY" userId="11455137d8a8f19c" providerId="LiveId" clId="{D412DB1F-D518-415E-84D7-DA5ABF10D3A9}" dt="2026-03-13T12:40:38.399" v="1145" actId="1076"/>
          <ac:picMkLst>
            <pc:docMk/>
            <pc:sldMk cId="2352773542" sldId="285"/>
            <ac:picMk id="7" creationId="{14BA87DD-D450-1246-1663-1D9EDE4DC7EB}"/>
          </ac:picMkLst>
        </pc:picChg>
      </pc:sldChg>
      <pc:sldChg chg="addSp modSp new mod">
        <pc:chgData name="AREPALLY CHARAN KUMAR REDDY" userId="11455137d8a8f19c" providerId="LiveId" clId="{D412DB1F-D518-415E-84D7-DA5ABF10D3A9}" dt="2026-03-13T12:41:25.971" v="1150" actId="14100"/>
        <pc:sldMkLst>
          <pc:docMk/>
          <pc:sldMk cId="1731235881" sldId="286"/>
        </pc:sldMkLst>
        <pc:picChg chg="add mod">
          <ac:chgData name="AREPALLY CHARAN KUMAR REDDY" userId="11455137d8a8f19c" providerId="LiveId" clId="{D412DB1F-D518-415E-84D7-DA5ABF10D3A9}" dt="2026-03-13T12:41:25.971" v="1150" actId="14100"/>
          <ac:picMkLst>
            <pc:docMk/>
            <pc:sldMk cId="1731235881" sldId="286"/>
            <ac:picMk id="3" creationId="{53085F7C-8104-2CD3-C0BC-B0C1AC1637E8}"/>
          </ac:picMkLst>
        </pc:picChg>
      </pc:sldChg>
      <pc:sldChg chg="addSp modSp new mod">
        <pc:chgData name="AREPALLY CHARAN KUMAR REDDY" userId="11455137d8a8f19c" providerId="LiveId" clId="{D412DB1F-D518-415E-84D7-DA5ABF10D3A9}" dt="2026-03-13T12:43:20.226" v="1168" actId="14100"/>
        <pc:sldMkLst>
          <pc:docMk/>
          <pc:sldMk cId="3683933390" sldId="287"/>
        </pc:sldMkLst>
        <pc:picChg chg="add mod">
          <ac:chgData name="AREPALLY CHARAN KUMAR REDDY" userId="11455137d8a8f19c" providerId="LiveId" clId="{D412DB1F-D518-415E-84D7-DA5ABF10D3A9}" dt="2026-03-13T12:43:15.266" v="1167" actId="14100"/>
          <ac:picMkLst>
            <pc:docMk/>
            <pc:sldMk cId="3683933390" sldId="287"/>
            <ac:picMk id="3" creationId="{B657EF96-D940-2439-1851-4B50E749B901}"/>
          </ac:picMkLst>
        </pc:picChg>
        <pc:picChg chg="add mod">
          <ac:chgData name="AREPALLY CHARAN KUMAR REDDY" userId="11455137d8a8f19c" providerId="LiveId" clId="{D412DB1F-D518-415E-84D7-DA5ABF10D3A9}" dt="2026-03-13T12:43:20.226" v="1168" actId="14100"/>
          <ac:picMkLst>
            <pc:docMk/>
            <pc:sldMk cId="3683933390" sldId="287"/>
            <ac:picMk id="4" creationId="{F6B57A2E-F405-4D12-E9F5-3774CFDC15B5}"/>
          </ac:picMkLst>
        </pc:picChg>
      </pc:sldChg>
      <pc:sldChg chg="addSp delSp modSp new del mod">
        <pc:chgData name="AREPALLY CHARAN KUMAR REDDY" userId="11455137d8a8f19c" providerId="LiveId" clId="{D412DB1F-D518-415E-84D7-DA5ABF10D3A9}" dt="2026-03-13T12:42:52.234" v="1161" actId="47"/>
        <pc:sldMkLst>
          <pc:docMk/>
          <pc:sldMk cId="966557982" sldId="288"/>
        </pc:sldMkLst>
        <pc:picChg chg="add del mod">
          <ac:chgData name="AREPALLY CHARAN KUMAR REDDY" userId="11455137d8a8f19c" providerId="LiveId" clId="{D412DB1F-D518-415E-84D7-DA5ABF10D3A9}" dt="2026-03-13T12:42:50.157" v="1160" actId="478"/>
          <ac:picMkLst>
            <pc:docMk/>
            <pc:sldMk cId="966557982" sldId="288"/>
            <ac:picMk id="3" creationId="{473B28C6-D5C8-E6DC-F49C-B01ADFB25946}"/>
          </ac:picMkLst>
        </pc:picChg>
      </pc:sldChg>
      <pc:sldChg chg="addSp delSp modSp new mod">
        <pc:chgData name="AREPALLY CHARAN KUMAR REDDY" userId="11455137d8a8f19c" providerId="LiveId" clId="{D412DB1F-D518-415E-84D7-DA5ABF10D3A9}" dt="2026-03-13T13:02:56.130" v="1203" actId="1076"/>
        <pc:sldMkLst>
          <pc:docMk/>
          <pc:sldMk cId="3223470276" sldId="288"/>
        </pc:sldMkLst>
        <pc:spChg chg="add mod">
          <ac:chgData name="AREPALLY CHARAN KUMAR REDDY" userId="11455137d8a8f19c" providerId="LiveId" clId="{D412DB1F-D518-415E-84D7-DA5ABF10D3A9}" dt="2026-03-13T13:02:31.413" v="1198" actId="404"/>
          <ac:spMkLst>
            <pc:docMk/>
            <pc:sldMk cId="3223470276" sldId="288"/>
            <ac:spMk id="3" creationId="{6A241D1B-43ED-A6D3-6E08-A90546B27A52}"/>
          </ac:spMkLst>
        </pc:spChg>
        <pc:picChg chg="add del mod modCrop">
          <ac:chgData name="AREPALLY CHARAN KUMAR REDDY" userId="11455137d8a8f19c" providerId="LiveId" clId="{D412DB1F-D518-415E-84D7-DA5ABF10D3A9}" dt="2026-03-13T13:02:33.696" v="1199" actId="478"/>
          <ac:picMkLst>
            <pc:docMk/>
            <pc:sldMk cId="3223470276" sldId="288"/>
            <ac:picMk id="5" creationId="{DF5AC1A8-DC49-1D08-A6AE-8B219369BE58}"/>
          </ac:picMkLst>
        </pc:picChg>
        <pc:picChg chg="add mod">
          <ac:chgData name="AREPALLY CHARAN KUMAR REDDY" userId="11455137d8a8f19c" providerId="LiveId" clId="{D412DB1F-D518-415E-84D7-DA5ABF10D3A9}" dt="2026-03-13T13:02:56.130" v="1203" actId="1076"/>
          <ac:picMkLst>
            <pc:docMk/>
            <pc:sldMk cId="3223470276" sldId="288"/>
            <ac:picMk id="7" creationId="{8517E610-0506-4EA2-3457-95960589329F}"/>
          </ac:picMkLst>
        </pc:picChg>
      </pc:sldChg>
      <pc:sldChg chg="addSp modSp new mod">
        <pc:chgData name="AREPALLY CHARAN KUMAR REDDY" userId="11455137d8a8f19c" providerId="LiveId" clId="{D412DB1F-D518-415E-84D7-DA5ABF10D3A9}" dt="2026-03-13T13:05:55.974" v="1213" actId="1076"/>
        <pc:sldMkLst>
          <pc:docMk/>
          <pc:sldMk cId="1271842162" sldId="289"/>
        </pc:sldMkLst>
        <pc:picChg chg="add mod">
          <ac:chgData name="AREPALLY CHARAN KUMAR REDDY" userId="11455137d8a8f19c" providerId="LiveId" clId="{D412DB1F-D518-415E-84D7-DA5ABF10D3A9}" dt="2026-03-13T13:05:41.039" v="1208" actId="1076"/>
          <ac:picMkLst>
            <pc:docMk/>
            <pc:sldMk cId="1271842162" sldId="289"/>
            <ac:picMk id="3" creationId="{AE51072F-90C3-D49B-2DAF-30345047A339}"/>
          </ac:picMkLst>
        </pc:picChg>
        <pc:picChg chg="add mod">
          <ac:chgData name="AREPALLY CHARAN KUMAR REDDY" userId="11455137d8a8f19c" providerId="LiveId" clId="{D412DB1F-D518-415E-84D7-DA5ABF10D3A9}" dt="2026-03-13T13:05:55.974" v="1213" actId="1076"/>
          <ac:picMkLst>
            <pc:docMk/>
            <pc:sldMk cId="1271842162" sldId="289"/>
            <ac:picMk id="5" creationId="{F3615E8B-E371-318D-70C9-AF257878E7B1}"/>
          </ac:picMkLst>
        </pc:picChg>
      </pc:sldChg>
      <pc:sldChg chg="addSp modSp new mod">
        <pc:chgData name="AREPALLY CHARAN KUMAR REDDY" userId="11455137d8a8f19c" providerId="LiveId" clId="{D412DB1F-D518-415E-84D7-DA5ABF10D3A9}" dt="2026-03-13T13:06:34.412" v="1216" actId="1076"/>
        <pc:sldMkLst>
          <pc:docMk/>
          <pc:sldMk cId="25446751" sldId="290"/>
        </pc:sldMkLst>
        <pc:picChg chg="add mod">
          <ac:chgData name="AREPALLY CHARAN KUMAR REDDY" userId="11455137d8a8f19c" providerId="LiveId" clId="{D412DB1F-D518-415E-84D7-DA5ABF10D3A9}" dt="2026-03-13T13:06:34.412" v="1216" actId="1076"/>
          <ac:picMkLst>
            <pc:docMk/>
            <pc:sldMk cId="25446751" sldId="290"/>
            <ac:picMk id="3" creationId="{7BDB86D9-A1EA-F064-CBED-AA5EB8B2D1A3}"/>
          </ac:picMkLst>
        </pc:picChg>
      </pc:sldChg>
      <pc:sldChg chg="addSp modSp new mod">
        <pc:chgData name="AREPALLY CHARAN KUMAR REDDY" userId="11455137d8a8f19c" providerId="LiveId" clId="{D412DB1F-D518-415E-84D7-DA5ABF10D3A9}" dt="2026-03-13T13:07:07.172" v="1219" actId="1076"/>
        <pc:sldMkLst>
          <pc:docMk/>
          <pc:sldMk cId="3198706399" sldId="291"/>
        </pc:sldMkLst>
        <pc:picChg chg="add mod">
          <ac:chgData name="AREPALLY CHARAN KUMAR REDDY" userId="11455137d8a8f19c" providerId="LiveId" clId="{D412DB1F-D518-415E-84D7-DA5ABF10D3A9}" dt="2026-03-13T13:07:07.172" v="1219" actId="1076"/>
          <ac:picMkLst>
            <pc:docMk/>
            <pc:sldMk cId="3198706399" sldId="291"/>
            <ac:picMk id="3" creationId="{C1A6D360-541E-ABF9-FE3D-DEDB6FB233EF}"/>
          </ac:picMkLst>
        </pc:picChg>
      </pc:sldChg>
      <pc:sldChg chg="addSp modSp new mod">
        <pc:chgData name="AREPALLY CHARAN KUMAR REDDY" userId="11455137d8a8f19c" providerId="LiveId" clId="{D412DB1F-D518-415E-84D7-DA5ABF10D3A9}" dt="2026-03-13T13:08:57.247" v="1233" actId="14100"/>
        <pc:sldMkLst>
          <pc:docMk/>
          <pc:sldMk cId="3319199762" sldId="292"/>
        </pc:sldMkLst>
        <pc:picChg chg="add mod">
          <ac:chgData name="AREPALLY CHARAN KUMAR REDDY" userId="11455137d8a8f19c" providerId="LiveId" clId="{D412DB1F-D518-415E-84D7-DA5ABF10D3A9}" dt="2026-03-13T13:08:22.369" v="1228" actId="14100"/>
          <ac:picMkLst>
            <pc:docMk/>
            <pc:sldMk cId="3319199762" sldId="292"/>
            <ac:picMk id="3" creationId="{1F763A9E-BC87-A2FA-B6C4-C0379CF9C839}"/>
          </ac:picMkLst>
        </pc:picChg>
        <pc:picChg chg="add mod modCrop">
          <ac:chgData name="AREPALLY CHARAN KUMAR REDDY" userId="11455137d8a8f19c" providerId="LiveId" clId="{D412DB1F-D518-415E-84D7-DA5ABF10D3A9}" dt="2026-03-13T13:08:57.247" v="1233" actId="14100"/>
          <ac:picMkLst>
            <pc:docMk/>
            <pc:sldMk cId="3319199762" sldId="292"/>
            <ac:picMk id="5" creationId="{C539F359-4519-58CB-1D6C-082ABED54EC8}"/>
          </ac:picMkLst>
        </pc:picChg>
      </pc:sldChg>
      <pc:sldChg chg="addSp modSp new mod">
        <pc:chgData name="AREPALLY CHARAN KUMAR REDDY" userId="11455137d8a8f19c" providerId="LiveId" clId="{D412DB1F-D518-415E-84D7-DA5ABF10D3A9}" dt="2026-03-14T03:27:38.720" v="1294" actId="1076"/>
        <pc:sldMkLst>
          <pc:docMk/>
          <pc:sldMk cId="1242030985" sldId="293"/>
        </pc:sldMkLst>
        <pc:graphicFrameChg chg="add mod modGraphic">
          <ac:chgData name="AREPALLY CHARAN KUMAR REDDY" userId="11455137d8a8f19c" providerId="LiveId" clId="{D412DB1F-D518-415E-84D7-DA5ABF10D3A9}" dt="2026-03-14T03:27:38.720" v="1294" actId="1076"/>
          <ac:graphicFrameMkLst>
            <pc:docMk/>
            <pc:sldMk cId="1242030985" sldId="293"/>
            <ac:graphicFrameMk id="2" creationId="{6D070697-2688-B2ED-D114-64B9E48D371C}"/>
          </ac:graphicFrameMkLst>
        </pc:graphicFrameChg>
      </pc:sldChg>
      <pc:sldChg chg="addSp delSp modSp new">
        <pc:chgData name="AREPALLY CHARAN KUMAR REDDY" userId="11455137d8a8f19c" providerId="LiveId" clId="{D412DB1F-D518-415E-84D7-DA5ABF10D3A9}" dt="2026-03-14T03:29:19.246" v="1317" actId="1076"/>
        <pc:sldMkLst>
          <pc:docMk/>
          <pc:sldMk cId="96716614" sldId="294"/>
        </pc:sldMkLst>
        <pc:picChg chg="add del mod">
          <ac:chgData name="AREPALLY CHARAN KUMAR REDDY" userId="11455137d8a8f19c" providerId="LiveId" clId="{D412DB1F-D518-415E-84D7-DA5ABF10D3A9}" dt="2026-03-14T03:28:37.319" v="1304" actId="478"/>
          <ac:picMkLst>
            <pc:docMk/>
            <pc:sldMk cId="96716614" sldId="294"/>
            <ac:picMk id="6145" creationId="{44D896BE-EC92-BCA3-635E-385044793B97}"/>
          </ac:picMkLst>
        </pc:picChg>
        <pc:picChg chg="add mod">
          <ac:chgData name="AREPALLY CHARAN KUMAR REDDY" userId="11455137d8a8f19c" providerId="LiveId" clId="{D412DB1F-D518-415E-84D7-DA5ABF10D3A9}" dt="2026-03-14T03:29:16.549" v="1316" actId="1076"/>
          <ac:picMkLst>
            <pc:docMk/>
            <pc:sldMk cId="96716614" sldId="294"/>
            <ac:picMk id="6146" creationId="{B6852159-4D44-631A-66DD-91EB1879EB91}"/>
          </ac:picMkLst>
        </pc:picChg>
        <pc:picChg chg="add mod">
          <ac:chgData name="AREPALLY CHARAN KUMAR REDDY" userId="11455137d8a8f19c" providerId="LiveId" clId="{D412DB1F-D518-415E-84D7-DA5ABF10D3A9}" dt="2026-03-14T03:29:19.246" v="1317" actId="1076"/>
          <ac:picMkLst>
            <pc:docMk/>
            <pc:sldMk cId="96716614" sldId="294"/>
            <ac:picMk id="6147" creationId="{B0162041-0BD6-3171-ED9F-AE0B9DBFED52}"/>
          </ac:picMkLst>
        </pc:picChg>
      </pc:sldChg>
      <pc:sldChg chg="addSp delSp modSp new">
        <pc:chgData name="AREPALLY CHARAN KUMAR REDDY" userId="11455137d8a8f19c" providerId="LiveId" clId="{D412DB1F-D518-415E-84D7-DA5ABF10D3A9}" dt="2026-03-14T03:30:53.660" v="1336" actId="14100"/>
        <pc:sldMkLst>
          <pc:docMk/>
          <pc:sldMk cId="4149484066" sldId="295"/>
        </pc:sldMkLst>
        <pc:picChg chg="add del mod">
          <ac:chgData name="AREPALLY CHARAN KUMAR REDDY" userId="11455137d8a8f19c" providerId="LiveId" clId="{D412DB1F-D518-415E-84D7-DA5ABF10D3A9}" dt="2026-03-14T03:30:37.109" v="1329" actId="478"/>
          <ac:picMkLst>
            <pc:docMk/>
            <pc:sldMk cId="4149484066" sldId="295"/>
            <ac:picMk id="7169" creationId="{45C854BE-9989-ACAD-CEA1-E5C63F338F98}"/>
          </ac:picMkLst>
        </pc:picChg>
        <pc:picChg chg="add mod">
          <ac:chgData name="AREPALLY CHARAN KUMAR REDDY" userId="11455137d8a8f19c" providerId="LiveId" clId="{D412DB1F-D518-415E-84D7-DA5ABF10D3A9}" dt="2026-03-14T03:30:49.565" v="1335" actId="1076"/>
          <ac:picMkLst>
            <pc:docMk/>
            <pc:sldMk cId="4149484066" sldId="295"/>
            <ac:picMk id="7170" creationId="{6265DDEC-EE92-378F-75F6-FFCD9C253B2F}"/>
          </ac:picMkLst>
        </pc:picChg>
        <pc:picChg chg="add mod">
          <ac:chgData name="AREPALLY CHARAN KUMAR REDDY" userId="11455137d8a8f19c" providerId="LiveId" clId="{D412DB1F-D518-415E-84D7-DA5ABF10D3A9}" dt="2026-03-14T03:30:53.660" v="1336" actId="14100"/>
          <ac:picMkLst>
            <pc:docMk/>
            <pc:sldMk cId="4149484066" sldId="295"/>
            <ac:picMk id="7171" creationId="{85617840-809A-D701-A331-3C01F99BCAA6}"/>
          </ac:picMkLst>
        </pc:picChg>
      </pc:sldChg>
      <pc:sldChg chg="addSp modSp new">
        <pc:chgData name="AREPALLY CHARAN KUMAR REDDY" userId="11455137d8a8f19c" providerId="LiveId" clId="{D412DB1F-D518-415E-84D7-DA5ABF10D3A9}" dt="2026-03-14T03:32:06.185" v="1349" actId="1076"/>
        <pc:sldMkLst>
          <pc:docMk/>
          <pc:sldMk cId="810852066" sldId="296"/>
        </pc:sldMkLst>
        <pc:picChg chg="add mod">
          <ac:chgData name="AREPALLY CHARAN KUMAR REDDY" userId="11455137d8a8f19c" providerId="LiveId" clId="{D412DB1F-D518-415E-84D7-DA5ABF10D3A9}" dt="2026-03-14T03:31:59.827" v="1347" actId="1076"/>
          <ac:picMkLst>
            <pc:docMk/>
            <pc:sldMk cId="810852066" sldId="296"/>
            <ac:picMk id="8193" creationId="{D7960CEB-401C-904E-1404-FF89CC3F9987}"/>
          </ac:picMkLst>
        </pc:picChg>
        <pc:picChg chg="add mod">
          <ac:chgData name="AREPALLY CHARAN KUMAR REDDY" userId="11455137d8a8f19c" providerId="LiveId" clId="{D412DB1F-D518-415E-84D7-DA5ABF10D3A9}" dt="2026-03-14T03:32:06.185" v="1349" actId="1076"/>
          <ac:picMkLst>
            <pc:docMk/>
            <pc:sldMk cId="810852066" sldId="296"/>
            <ac:picMk id="8194" creationId="{C376CBA9-BA97-82E5-1A43-4EC8DBAD0D92}"/>
          </ac:picMkLst>
        </pc:picChg>
      </pc:sldChg>
      <pc:sldChg chg="addSp modSp new">
        <pc:chgData name="AREPALLY CHARAN KUMAR REDDY" userId="11455137d8a8f19c" providerId="LiveId" clId="{D412DB1F-D518-415E-84D7-DA5ABF10D3A9}" dt="2026-03-14T03:34:20.590" v="1370" actId="14100"/>
        <pc:sldMkLst>
          <pc:docMk/>
          <pc:sldMk cId="3828519561" sldId="297"/>
        </pc:sldMkLst>
        <pc:picChg chg="add mod">
          <ac:chgData name="AREPALLY CHARAN KUMAR REDDY" userId="11455137d8a8f19c" providerId="LiveId" clId="{D412DB1F-D518-415E-84D7-DA5ABF10D3A9}" dt="2026-03-14T03:34:09.867" v="1367" actId="14100"/>
          <ac:picMkLst>
            <pc:docMk/>
            <pc:sldMk cId="3828519561" sldId="297"/>
            <ac:picMk id="9217" creationId="{DF2DF90E-D3F6-5A42-4DF5-B34E4BF0E53D}"/>
          </ac:picMkLst>
        </pc:picChg>
        <pc:picChg chg="add mod">
          <ac:chgData name="AREPALLY CHARAN KUMAR REDDY" userId="11455137d8a8f19c" providerId="LiveId" clId="{D412DB1F-D518-415E-84D7-DA5ABF10D3A9}" dt="2026-03-14T03:33:37.144" v="1359" actId="1076"/>
          <ac:picMkLst>
            <pc:docMk/>
            <pc:sldMk cId="3828519561" sldId="297"/>
            <ac:picMk id="9218" creationId="{0DAEE151-4CED-B357-E908-C10CA72B4639}"/>
          </ac:picMkLst>
        </pc:picChg>
        <pc:picChg chg="add mod">
          <ac:chgData name="AREPALLY CHARAN KUMAR REDDY" userId="11455137d8a8f19c" providerId="LiveId" clId="{D412DB1F-D518-415E-84D7-DA5ABF10D3A9}" dt="2026-03-14T03:34:20.590" v="1370" actId="14100"/>
          <ac:picMkLst>
            <pc:docMk/>
            <pc:sldMk cId="3828519561" sldId="297"/>
            <ac:picMk id="9219" creationId="{708AADBE-F093-28EF-9A56-DD53F3EB39D8}"/>
          </ac:picMkLst>
        </pc:picChg>
      </pc:sldChg>
      <pc:sldChg chg="addSp modSp new">
        <pc:chgData name="AREPALLY CHARAN KUMAR REDDY" userId="11455137d8a8f19c" providerId="LiveId" clId="{D412DB1F-D518-415E-84D7-DA5ABF10D3A9}" dt="2026-03-14T03:37:56.423" v="1391" actId="14100"/>
        <pc:sldMkLst>
          <pc:docMk/>
          <pc:sldMk cId="2418826737" sldId="298"/>
        </pc:sldMkLst>
        <pc:picChg chg="add">
          <ac:chgData name="AREPALLY CHARAN KUMAR REDDY" userId="11455137d8a8f19c" providerId="LiveId" clId="{D412DB1F-D518-415E-84D7-DA5ABF10D3A9}" dt="2026-03-14T03:35:09.873" v="1372"/>
          <ac:picMkLst>
            <pc:docMk/>
            <pc:sldMk cId="2418826737" sldId="298"/>
            <ac:picMk id="10241" creationId="{5C7865B8-1DDD-60DD-BAF6-EC111B3BA9DD}"/>
          </ac:picMkLst>
        </pc:picChg>
        <pc:picChg chg="add mod">
          <ac:chgData name="AREPALLY CHARAN KUMAR REDDY" userId="11455137d8a8f19c" providerId="LiveId" clId="{D412DB1F-D518-415E-84D7-DA5ABF10D3A9}" dt="2026-03-14T03:37:06.195" v="1385" actId="1076"/>
          <ac:picMkLst>
            <pc:docMk/>
            <pc:sldMk cId="2418826737" sldId="298"/>
            <ac:picMk id="10242" creationId="{ECCB753B-B580-0766-76D7-202BF7EB2732}"/>
          </ac:picMkLst>
        </pc:picChg>
        <pc:picChg chg="add mod">
          <ac:chgData name="AREPALLY CHARAN KUMAR REDDY" userId="11455137d8a8f19c" providerId="LiveId" clId="{D412DB1F-D518-415E-84D7-DA5ABF10D3A9}" dt="2026-03-14T03:37:56.423" v="1391" actId="14100"/>
          <ac:picMkLst>
            <pc:docMk/>
            <pc:sldMk cId="2418826737" sldId="298"/>
            <ac:picMk id="10243" creationId="{3C7C6C9C-1EB5-D7A2-741C-44458DFC68AC}"/>
          </ac:picMkLst>
        </pc:picChg>
        <pc:picChg chg="add mod">
          <ac:chgData name="AREPALLY CHARAN KUMAR REDDY" userId="11455137d8a8f19c" providerId="LiveId" clId="{D412DB1F-D518-415E-84D7-DA5ABF10D3A9}" dt="2026-03-14T03:37:18.692" v="1386" actId="14100"/>
          <ac:picMkLst>
            <pc:docMk/>
            <pc:sldMk cId="2418826737" sldId="298"/>
            <ac:picMk id="10244" creationId="{F6408E4E-2FEA-5620-7F82-DDF4A9C06485}"/>
          </ac:picMkLst>
        </pc:picChg>
        <pc:picChg chg="add mod">
          <ac:chgData name="AREPALLY CHARAN KUMAR REDDY" userId="11455137d8a8f19c" providerId="LiveId" clId="{D412DB1F-D518-415E-84D7-DA5ABF10D3A9}" dt="2026-03-14T03:37:51.557" v="1390" actId="14100"/>
          <ac:picMkLst>
            <pc:docMk/>
            <pc:sldMk cId="2418826737" sldId="298"/>
            <ac:picMk id="10245" creationId="{E2C24743-9137-646B-ED9D-0C3CE0FBE15E}"/>
          </ac:picMkLst>
        </pc:picChg>
      </pc:sldChg>
      <pc:sldChg chg="addSp modSp new">
        <pc:chgData name="AREPALLY CHARAN KUMAR REDDY" userId="11455137d8a8f19c" providerId="LiveId" clId="{D412DB1F-D518-415E-84D7-DA5ABF10D3A9}" dt="2026-03-14T03:40:15.355" v="1411" actId="14100"/>
        <pc:sldMkLst>
          <pc:docMk/>
          <pc:sldMk cId="1627630286" sldId="299"/>
        </pc:sldMkLst>
        <pc:picChg chg="add mod">
          <ac:chgData name="AREPALLY CHARAN KUMAR REDDY" userId="11455137d8a8f19c" providerId="LiveId" clId="{D412DB1F-D518-415E-84D7-DA5ABF10D3A9}" dt="2026-03-14T03:39:47.714" v="1404" actId="14100"/>
          <ac:picMkLst>
            <pc:docMk/>
            <pc:sldMk cId="1627630286" sldId="299"/>
            <ac:picMk id="11265" creationId="{73B74E5F-BB28-DDC3-893C-5E8E91BFD340}"/>
          </ac:picMkLst>
        </pc:picChg>
        <pc:picChg chg="add mod">
          <ac:chgData name="AREPALLY CHARAN KUMAR REDDY" userId="11455137d8a8f19c" providerId="LiveId" clId="{D412DB1F-D518-415E-84D7-DA5ABF10D3A9}" dt="2026-03-14T03:40:10.809" v="1410" actId="1076"/>
          <ac:picMkLst>
            <pc:docMk/>
            <pc:sldMk cId="1627630286" sldId="299"/>
            <ac:picMk id="11266" creationId="{1AC91A4F-5A9C-C3BA-58EE-87ACDEFB4E3E}"/>
          </ac:picMkLst>
        </pc:picChg>
        <pc:picChg chg="add mod">
          <ac:chgData name="AREPALLY CHARAN KUMAR REDDY" userId="11455137d8a8f19c" providerId="LiveId" clId="{D412DB1F-D518-415E-84D7-DA5ABF10D3A9}" dt="2026-03-14T03:39:53.363" v="1405" actId="14100"/>
          <ac:picMkLst>
            <pc:docMk/>
            <pc:sldMk cId="1627630286" sldId="299"/>
            <ac:picMk id="11267" creationId="{CDEBB239-082C-ABD2-1FCC-E2F4CF393DB5}"/>
          </ac:picMkLst>
        </pc:picChg>
        <pc:picChg chg="add mod">
          <ac:chgData name="AREPALLY CHARAN KUMAR REDDY" userId="11455137d8a8f19c" providerId="LiveId" clId="{D412DB1F-D518-415E-84D7-DA5ABF10D3A9}" dt="2026-03-14T03:40:15.355" v="1411" actId="14100"/>
          <ac:picMkLst>
            <pc:docMk/>
            <pc:sldMk cId="1627630286" sldId="299"/>
            <ac:picMk id="11268" creationId="{777F4B1F-7870-6FB3-6259-926ECBD2DB2C}"/>
          </ac:picMkLst>
        </pc:picChg>
      </pc:sldChg>
      <pc:sldChg chg="addSp modSp new mod">
        <pc:chgData name="AREPALLY CHARAN KUMAR REDDY" userId="11455137d8a8f19c" providerId="LiveId" clId="{D412DB1F-D518-415E-84D7-DA5ABF10D3A9}" dt="2026-03-14T03:42:41.347" v="1497" actId="5793"/>
        <pc:sldMkLst>
          <pc:docMk/>
          <pc:sldMk cId="2236947391" sldId="300"/>
        </pc:sldMkLst>
        <pc:spChg chg="mod">
          <ac:chgData name="AREPALLY CHARAN KUMAR REDDY" userId="11455137d8a8f19c" providerId="LiveId" clId="{D412DB1F-D518-415E-84D7-DA5ABF10D3A9}" dt="2026-03-14T03:41:27.091" v="1443" actId="1076"/>
          <ac:spMkLst>
            <pc:docMk/>
            <pc:sldMk cId="2236947391" sldId="300"/>
            <ac:spMk id="2" creationId="{D1B23B49-813C-1C00-55A6-9095B7EA8E50}"/>
          </ac:spMkLst>
        </pc:spChg>
        <pc:spChg chg="add mod">
          <ac:chgData name="AREPALLY CHARAN KUMAR REDDY" userId="11455137d8a8f19c" providerId="LiveId" clId="{D412DB1F-D518-415E-84D7-DA5ABF10D3A9}" dt="2026-03-14T03:42:41.347" v="1497" actId="5793"/>
          <ac:spMkLst>
            <pc:docMk/>
            <pc:sldMk cId="2236947391" sldId="300"/>
            <ac:spMk id="4" creationId="{2491E88A-93AC-D05B-BD1C-3E5903257E8C}"/>
          </ac:spMkLst>
        </pc:spChg>
        <pc:picChg chg="add mod">
          <ac:chgData name="AREPALLY CHARAN KUMAR REDDY" userId="11455137d8a8f19c" providerId="LiveId" clId="{D412DB1F-D518-415E-84D7-DA5ABF10D3A9}" dt="2026-03-14T03:42:00.037" v="1451" actId="1076"/>
          <ac:picMkLst>
            <pc:docMk/>
            <pc:sldMk cId="2236947391" sldId="300"/>
            <ac:picMk id="12289" creationId="{15A4F209-8C8E-B473-03AE-AB16A5E5FB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CA895-9AE2-4C35-B6AE-696996C9F08C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D173D-9B9C-41AD-A64B-536FA4C87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08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D173D-9B9C-41AD-A64B-536FA4C8780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434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D173D-9B9C-41AD-A64B-536FA4C8780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5710-FA76-28F1-0E97-0EA2A3F64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773" y="1478729"/>
            <a:ext cx="11877910" cy="147501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The sparse and low-rank interpretation of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   SVD-based denoising for vibration signals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4" name="Picture 3" descr="Amrita Vishwa Vidyapeetham Logo PNG Vector (SVG) Free Download">
            <a:extLst>
              <a:ext uri="{FF2B5EF4-FFF2-40B4-BE49-F238E27FC236}">
                <a16:creationId xmlns:a16="http://schemas.microsoft.com/office/drawing/2014/main" id="{6C653950-55B8-15F2-CF12-11278674D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716D80-D04D-E8C5-D1D1-79A33CD9001F}"/>
              </a:ext>
            </a:extLst>
          </p:cNvPr>
          <p:cNvSpPr txBox="1"/>
          <p:nvPr/>
        </p:nvSpPr>
        <p:spPr>
          <a:xfrm>
            <a:off x="1474838" y="3312226"/>
            <a:ext cx="94356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By:</a:t>
            </a:r>
          </a:p>
          <a:p>
            <a:endParaRPr lang="en-IN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Arepalle Charan Kumar Reddy(CB.SC.U4AIE24207)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3059F-3ECB-641E-4485-47A93F5797BF}"/>
              </a:ext>
            </a:extLst>
          </p:cNvPr>
          <p:cNvSpPr txBox="1"/>
          <p:nvPr/>
        </p:nvSpPr>
        <p:spPr>
          <a:xfrm>
            <a:off x="422245" y="573520"/>
            <a:ext cx="6125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            22MAT230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Mathematics for Computing 4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6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35BD-081D-7CFC-D822-41043C7E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7BF7A-6956-6784-356F-B69363749058}"/>
              </a:ext>
            </a:extLst>
          </p:cNvPr>
          <p:cNvSpPr txBox="1"/>
          <p:nvPr/>
        </p:nvSpPr>
        <p:spPr>
          <a:xfrm>
            <a:off x="249252" y="2025908"/>
            <a:ext cx="1135625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Vibration signals acquired from rotating machinery are typically contaminated by strong background noise, making condition monitoring and fault diagnosis difficult.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Existing SVD methods can enhance fault-related components but often lead to amplitude distortion and inconsistent denoising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Early-stage bearing faults generate weak impulsive components in vibration signals that are masked by noise and cannot be extracted using raw time-domain or frequency-domain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37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81CA-6952-DA26-7F8D-461B26F5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FD2A7-61C2-1E07-9BB1-89A9900AB253}"/>
              </a:ext>
            </a:extLst>
          </p:cNvPr>
          <p:cNvSpPr txBox="1"/>
          <p:nvPr/>
        </p:nvSpPr>
        <p:spPr>
          <a:xfrm>
            <a:off x="432619" y="2163097"/>
            <a:ext cx="117593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model vibration signal denoising as a sparse and low-rank optimization problem using a matrix representation of time-series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analyze and compare classical TSVD, heuristic reweighted SVD (RSVD), and weighted soft-threshold SVD (WSSVD)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implement fault classification using machine learning models trained on features extracted from WSSVD-denoised signals.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5810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73069FA-6C41-CF73-C888-96D074531C39}"/>
              </a:ext>
            </a:extLst>
          </p:cNvPr>
          <p:cNvGrpSpPr/>
          <p:nvPr/>
        </p:nvGrpSpPr>
        <p:grpSpPr>
          <a:xfrm>
            <a:off x="477982" y="696191"/>
            <a:ext cx="7899663" cy="5801565"/>
            <a:chOff x="467591" y="675409"/>
            <a:chExt cx="7899663" cy="58015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CADCD0A-6E0D-5C7F-643D-ADBFC607A43A}"/>
                </a:ext>
              </a:extLst>
            </p:cNvPr>
            <p:cNvGrpSpPr/>
            <p:nvPr/>
          </p:nvGrpSpPr>
          <p:grpSpPr>
            <a:xfrm>
              <a:off x="4052904" y="793396"/>
              <a:ext cx="4314350" cy="5683578"/>
              <a:chOff x="4083627" y="1717990"/>
              <a:chExt cx="3300400" cy="4999814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56E8238C-B055-76C3-F874-EB4E1C1D8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5697" t="5479" r="15752" b="29751"/>
              <a:stretch>
                <a:fillRect/>
              </a:stretch>
            </p:blipFill>
            <p:spPr>
              <a:xfrm>
                <a:off x="4249882" y="1717990"/>
                <a:ext cx="3134144" cy="4441963"/>
              </a:xfrm>
              <a:prstGeom prst="rect">
                <a:avLst/>
              </a:prstGeom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7CF773-B5E9-13AD-8F08-68A240043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2088" t="86081" r="15725" b="5784"/>
              <a:stretch>
                <a:fillRect/>
              </a:stretch>
            </p:blipFill>
            <p:spPr>
              <a:xfrm>
                <a:off x="4083627" y="6159954"/>
                <a:ext cx="3300400" cy="55785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68C5560-96A1-2F8E-C9AF-F5CBB2EA8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4458" t="42346" r="3392" b="49914"/>
              <a:stretch>
                <a:fillRect/>
              </a:stretch>
            </p:blipFill>
            <p:spPr>
              <a:xfrm>
                <a:off x="4490659" y="2596834"/>
                <a:ext cx="2655157" cy="219102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D3526D9-31E2-A500-F7BE-741450CB86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4458" t="46216" r="3392" b="46045"/>
              <a:stretch>
                <a:fillRect/>
              </a:stretch>
            </p:blipFill>
            <p:spPr>
              <a:xfrm>
                <a:off x="4490658" y="3373786"/>
                <a:ext cx="2655157" cy="219102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B11FFE-14E5-D239-8D2A-5FABDA4E71B4}"/>
                </a:ext>
              </a:extLst>
            </p:cNvPr>
            <p:cNvSpPr txBox="1"/>
            <p:nvPr/>
          </p:nvSpPr>
          <p:spPr>
            <a:xfrm>
              <a:off x="467591" y="675409"/>
              <a:ext cx="33571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b="1" dirty="0">
                  <a:solidFill>
                    <a:srgbClr val="7030A0"/>
                  </a:solidFill>
                </a:rPr>
                <a:t>Project Pipeline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3CC06E-B8C8-D207-2E20-F4A8142CE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1669" y="3320716"/>
              <a:ext cx="504825" cy="23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420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FF48-F86D-D736-4E93-45427204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A9D35A-6832-FC68-FA7C-C5706A77355D}"/>
                  </a:ext>
                </a:extLst>
              </p:cNvPr>
              <p:cNvSpPr txBox="1"/>
              <p:nvPr/>
            </p:nvSpPr>
            <p:spPr>
              <a:xfrm>
                <a:off x="333736" y="1803838"/>
                <a:ext cx="10953135" cy="504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/>
                    </a:solidFill>
                  </a:rPr>
                  <a:t>1. Signal Acquisition</a:t>
                </a:r>
              </a:p>
              <a:p>
                <a:pPr lvl="1"/>
                <a:r>
                  <a:rPr lang="en-US" sz="2000" dirty="0"/>
                  <a:t>Raw vibration signal is acquired from a bearing fault dataset (IMS) and modeled as:</a:t>
                </a:r>
              </a:p>
              <a:p>
                <a:r>
                  <a:rPr lang="en-US" sz="2000" dirty="0"/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000" dirty="0"/>
              </a:p>
              <a:p>
                <a:r>
                  <a:rPr lang="en-IN" sz="2000" dirty="0"/>
                  <a:t>Where: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sz="2000" i="0"/>
                      <m:t>measured signal from the rotating machinery</m:t>
                    </m:r>
                  </m:oMath>
                </a14:m>
                <a:r>
                  <a:rPr lang="en-US" sz="2000" dirty="0"/>
                  <a:t> 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→ Fault features which we need to extract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IN" sz="2000" dirty="0"/>
                  <a:t>e </a:t>
                </a:r>
                <a:r>
                  <a:rPr lang="en-US" sz="2000" dirty="0"/>
                  <a:t>→ Discrete frequency interference and background noise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m → length of the measured signal</a:t>
                </a:r>
                <a:endParaRPr lang="en-IN" sz="2000" dirty="0"/>
              </a:p>
              <a:p>
                <a:r>
                  <a:rPr lang="en-US" sz="2000" b="1" dirty="0">
                    <a:solidFill>
                      <a:schemeClr val="accent2"/>
                    </a:solidFill>
                  </a:rPr>
                  <a:t>2. Matrix Construction Using Hankel Representation</a:t>
                </a:r>
                <a:br>
                  <a:rPr lang="en-US" sz="2000" dirty="0"/>
                </a:br>
                <a:r>
                  <a:rPr lang="en-US" sz="2000" dirty="0"/>
                  <a:t>The one-dimensional vibration signal is transformed into a structured Hankel matrix by extracting overlapping signal segments, enabling the preservation of periodic fault-induced impulsive characteristics.</a:t>
                </a:r>
              </a:p>
              <a:p>
                <a:r>
                  <a:rPr lang="en-IN" sz="2000" dirty="0"/>
                  <a:t>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=[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2,…,</m:t>
                    </m:r>
                    <m:sSub>
                      <m:sSubPr>
                        <m:ctrlPr>
                          <a:rPr lang="en-IN" sz="2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s-ES" sz="20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s-E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E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ES" sz="2000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</m:oMath>
                </a14:m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000" i="1" dirty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0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patch from the time series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Length of each patch,     n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000" dirty="0"/>
                  <a:t>number of total patches,    Overlap=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sz="2000" i="1" dirty="0"/>
                  <a:t> </a:t>
                </a:r>
                <a:r>
                  <a:rPr lang="en-US" sz="2000" dirty="0"/>
                  <a:t>− 1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A9D35A-6832-FC68-FA7C-C5706A773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36" y="1803838"/>
                <a:ext cx="10953135" cy="5044330"/>
              </a:xfrm>
              <a:prstGeom prst="rect">
                <a:avLst/>
              </a:prstGeom>
              <a:blipFill>
                <a:blip r:embed="rId3"/>
                <a:stretch>
                  <a:fillRect l="-612" t="-726" r="-56" b="-1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19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D862882-B873-BAEF-C445-6507BFAC3379}"/>
              </a:ext>
            </a:extLst>
          </p:cNvPr>
          <p:cNvGrpSpPr/>
          <p:nvPr/>
        </p:nvGrpSpPr>
        <p:grpSpPr>
          <a:xfrm>
            <a:off x="130384" y="789221"/>
            <a:ext cx="11931231" cy="5853964"/>
            <a:chOff x="168779" y="851566"/>
            <a:chExt cx="11931231" cy="58539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CC1197D-AAE6-F814-C7E6-23F73F4C4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1832"/>
            <a:stretch>
              <a:fillRect/>
            </a:stretch>
          </p:blipFill>
          <p:spPr>
            <a:xfrm>
              <a:off x="6218683" y="851566"/>
              <a:ext cx="5673437" cy="53244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BB1C9A-4F6E-8347-0165-2A6E80D57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476" t="1" r="23233" b="66363"/>
            <a:stretch>
              <a:fillRect/>
            </a:stretch>
          </p:blipFill>
          <p:spPr>
            <a:xfrm>
              <a:off x="232909" y="2427897"/>
              <a:ext cx="5740410" cy="200220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4360AC-F7AA-EDBD-0E2D-34F0C19D6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666" t="87727" r="23333" b="2079"/>
            <a:stretch>
              <a:fillRect/>
            </a:stretch>
          </p:blipFill>
          <p:spPr>
            <a:xfrm>
              <a:off x="168779" y="6006434"/>
              <a:ext cx="6892414" cy="69909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F3D591E-7392-128C-1545-EA456C728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83" t="87583" r="70071" b="9065"/>
            <a:stretch>
              <a:fillRect/>
            </a:stretch>
          </p:blipFill>
          <p:spPr>
            <a:xfrm>
              <a:off x="7615079" y="5607439"/>
              <a:ext cx="2123768" cy="2298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CDD2A9-38BC-E1E4-BFF8-E84B00593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6651" t="87583" r="40617" b="8415"/>
            <a:stretch>
              <a:fillRect/>
            </a:stretch>
          </p:blipFill>
          <p:spPr>
            <a:xfrm>
              <a:off x="8605674" y="5922477"/>
              <a:ext cx="2338445" cy="27445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17986C6-1042-1B3C-2346-07C8C0637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000" t="82990" r="27268" b="12417"/>
            <a:stretch>
              <a:fillRect/>
            </a:stretch>
          </p:blipFill>
          <p:spPr>
            <a:xfrm>
              <a:off x="9646261" y="5607439"/>
              <a:ext cx="2338445" cy="31503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C6F060-DD7D-1E3D-0F41-7BD250376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7407" t="94989" r="40617" b="2223"/>
            <a:stretch>
              <a:fillRect/>
            </a:stretch>
          </p:blipFill>
          <p:spPr>
            <a:xfrm>
              <a:off x="10868117" y="5964115"/>
              <a:ext cx="1231893" cy="1911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5025C79-2976-4BCB-0794-8885684F7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6397" t="91298" r="10871" b="5350"/>
            <a:stretch>
              <a:fillRect/>
            </a:stretch>
          </p:blipFill>
          <p:spPr>
            <a:xfrm>
              <a:off x="3614986" y="3199165"/>
              <a:ext cx="2338446" cy="2298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535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AED028-CAF1-CA65-3D22-BA754F66B2BB}"/>
                  </a:ext>
                </a:extLst>
              </p:cNvPr>
              <p:cNvSpPr txBox="1"/>
              <p:nvPr/>
            </p:nvSpPr>
            <p:spPr>
              <a:xfrm>
                <a:off x="255639" y="639098"/>
                <a:ext cx="11287432" cy="613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3. Singular Value Decomposition (SVD)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:r>
                  <a:rPr lang="en-US" dirty="0"/>
                  <a:t>Singular Value Decomposition is applied to the constructed Hankel matrix to decompose it into orthogonal rank-one subspaces.</a:t>
                </a:r>
              </a:p>
              <a:p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IN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endParaRPr lang="en-IN" b="0" i="1" dirty="0">
                  <a:latin typeface="Cambria Math" panose="02040503050406030204" pitchFamily="18" charset="0"/>
                </a:endParaRPr>
              </a:p>
              <a:p>
                <a:r>
                  <a:rPr lang="en-IN" b="0" dirty="0">
                    <a:latin typeface="Cambria Math" panose="02040503050406030204" pitchFamily="18" charset="0"/>
                  </a:rPr>
                  <a:t>Where: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 U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left singular matrix whose columns are set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 U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IN" b="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diagonal matrix whose diagonal elements are set as the singular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 </a:t>
                </a:r>
                <a:r>
                  <a:rPr lang="en-IN" dirty="0">
                    <a:latin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∈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  <a:endParaRPr lang="en-IN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i="0" smtClean="0"/>
                      <m:t>V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/>
                      <m:t>singular matrix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i="0"/>
                      <m:t>whose columns are set as</m:t>
                    </m:r>
                    <m:sSub>
                      <m:sSubPr>
                        <m:ctrlPr>
                          <a:rPr lang="en-US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0" i="0" smtClean="0"/>
                      <m:t>( </m:t>
                    </m:r>
                    <m:r>
                      <m:rPr>
                        <m:nor/>
                      </m:rPr>
                      <a:rPr lang="en-IN" b="0" i="0" dirty="0" smtClean="0"/>
                      <m:t>V</m:t>
                    </m:r>
                    <m:r>
                      <m:rPr>
                        <m:nor/>
                      </m:rPr>
                      <a:rPr lang="en-US" i="0" dirty="0"/>
                      <m:t> ∈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IN" b="0" i="0" dirty="0"/>
                  <a:t>)</a:t>
                </a: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singular value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decreasing,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b="0" i="0" dirty="0"/>
                  <a:t> </a:t>
                </a:r>
                <a:r>
                  <a:rPr lang="en-IN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b="0" i="0" dirty="0"/>
                  <a:t> </a:t>
                </a:r>
                <a:r>
                  <a:rPr lang="en-IN" dirty="0"/>
                  <a:t>...</a:t>
                </a:r>
                <a:endParaRPr lang="en-IN" b="0" i="0" dirty="0"/>
              </a:p>
              <a:p>
                <a:r>
                  <a:rPr lang="en-IN" sz="2000" b="1" dirty="0">
                    <a:solidFill>
                      <a:schemeClr val="accent2"/>
                    </a:solidFill>
                  </a:rPr>
                  <a:t>4. Optimization-Based Singular  Value Processing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SVD-based denoising is formulated as a sparse and low-rank optimization problem.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We assume that the clean matrix X lies in the same singular vector subspace as Y, but with modified singular values: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IN" sz="2000" dirty="0">
                  <a:solidFill>
                    <a:schemeClr val="accent2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IN" sz="2000" dirty="0">
                  <a:solidFill>
                    <a:schemeClr val="accent2"/>
                  </a:solidFill>
                </a:endParaRPr>
              </a:p>
              <a:p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Where X is an approximation of the desired matrix 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/>
                  <a:t>are unknown coefficients to be estimated</a:t>
                </a:r>
                <a:endParaRPr lang="en-IN" sz="2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AED028-CAF1-CA65-3D22-BA754F66B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39" y="639098"/>
                <a:ext cx="11287432" cy="6132641"/>
              </a:xfrm>
              <a:prstGeom prst="rect">
                <a:avLst/>
              </a:prstGeom>
              <a:blipFill>
                <a:blip r:embed="rId3"/>
                <a:stretch>
                  <a:fillRect l="-594" t="-596" b="-7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09A5AE-50D2-0356-8C23-F71D20E5E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77" t="15300" r="8567" b="19215"/>
          <a:stretch>
            <a:fillRect/>
          </a:stretch>
        </p:blipFill>
        <p:spPr>
          <a:xfrm>
            <a:off x="4306529" y="5191432"/>
            <a:ext cx="2172930" cy="90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A8030F-9AF1-ED36-9D4A-3F4FB516221D}"/>
              </a:ext>
            </a:extLst>
          </p:cNvPr>
          <p:cNvSpPr txBox="1"/>
          <p:nvPr/>
        </p:nvSpPr>
        <p:spPr>
          <a:xfrm>
            <a:off x="399550" y="1062039"/>
            <a:ext cx="10844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Representing as dictionary	</a:t>
            </a:r>
          </a:p>
          <a:p>
            <a:r>
              <a:rPr lang="en-IN" dirty="0"/>
              <a:t>   Let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So</a:t>
            </a:r>
          </a:p>
          <a:p>
            <a:endParaRPr lang="en-IN" dirty="0"/>
          </a:p>
          <a:p>
            <a:r>
              <a:rPr lang="en-IN" dirty="0"/>
              <a:t>Let formulate as an optimization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B26F3-7BCE-0936-C409-E98FA1BD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2"/>
          <a:stretch>
            <a:fillRect/>
          </a:stretch>
        </p:blipFill>
        <p:spPr>
          <a:xfrm>
            <a:off x="1497111" y="2245391"/>
            <a:ext cx="4448796" cy="6548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183C92-3B0C-6E05-58A0-0D1FDE3ED0E9}"/>
              </a:ext>
            </a:extLst>
          </p:cNvPr>
          <p:cNvSpPr txBox="1"/>
          <p:nvPr/>
        </p:nvSpPr>
        <p:spPr>
          <a:xfrm>
            <a:off x="1080597" y="4927289"/>
            <a:ext cx="10294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Where:</a:t>
            </a:r>
          </a:p>
          <a:p>
            <a:r>
              <a:rPr lang="en-IN" sz="2400" dirty="0"/>
              <a:t>         is   the Frobenius norm</a:t>
            </a:r>
          </a:p>
          <a:p>
            <a:r>
              <a:rPr lang="el-GR" sz="2400" dirty="0"/>
              <a:t>λ</a:t>
            </a:r>
            <a:r>
              <a:rPr lang="en-IN" sz="2400" dirty="0"/>
              <a:t> is the trade-off parameter, </a:t>
            </a:r>
          </a:p>
          <a:p>
            <a:r>
              <a:rPr lang="en-IN" sz="2400" dirty="0"/>
              <a:t>P(</a:t>
            </a:r>
            <a:r>
              <a:rPr lang="el-GR" sz="2400" dirty="0"/>
              <a:t>α) </a:t>
            </a:r>
            <a:r>
              <a:rPr lang="en-IN" sz="2400" dirty="0"/>
              <a:t>is the regularization of </a:t>
            </a:r>
            <a:r>
              <a:rPr lang="el-GR" sz="2400" dirty="0"/>
              <a:t>α.</a:t>
            </a:r>
            <a:endParaRPr lang="en-IN" sz="2400" dirty="0"/>
          </a:p>
          <a:p>
            <a:r>
              <a:rPr lang="en-IN" sz="2400" dirty="0"/>
              <a:t>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C3AC28-F1EB-9E81-D035-627EBF6F16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023" b="-1"/>
          <a:stretch>
            <a:fillRect/>
          </a:stretch>
        </p:blipFill>
        <p:spPr>
          <a:xfrm>
            <a:off x="1173532" y="5307214"/>
            <a:ext cx="647158" cy="395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99E82-6188-8D4C-F700-C431962235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43"/>
          <a:stretch>
            <a:fillRect/>
          </a:stretch>
        </p:blipFill>
        <p:spPr>
          <a:xfrm>
            <a:off x="4104018" y="828719"/>
            <a:ext cx="5281824" cy="869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58FD96-64D4-9533-BFC4-287D7FCA2B3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312"/>
          <a:stretch>
            <a:fillRect/>
          </a:stretch>
        </p:blipFill>
        <p:spPr>
          <a:xfrm>
            <a:off x="1080597" y="1786982"/>
            <a:ext cx="4282811" cy="4789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55FEB4-CFFE-5B1A-EB89-AE1F921734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955" y="2045024"/>
            <a:ext cx="2494614" cy="999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C491D2-9859-2005-CFB0-0419C24F2A29}"/>
              </a:ext>
            </a:extLst>
          </p:cNvPr>
          <p:cNvSpPr txBox="1"/>
          <p:nvPr/>
        </p:nvSpPr>
        <p:spPr>
          <a:xfrm>
            <a:off x="6096000" y="2341966"/>
            <a:ext cx="648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and</a:t>
            </a:r>
            <a:endParaRPr lang="en-IN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9C7E15-1D85-D20E-0BF0-8126CFA9C986}"/>
              </a:ext>
            </a:extLst>
          </p:cNvPr>
          <p:cNvGrpSpPr/>
          <p:nvPr/>
        </p:nvGrpSpPr>
        <p:grpSpPr>
          <a:xfrm>
            <a:off x="3645927" y="3599652"/>
            <a:ext cx="4352227" cy="909436"/>
            <a:chOff x="3645927" y="3599652"/>
            <a:chExt cx="4352227" cy="90943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84CF1E-F056-22C3-CCD6-87B21B219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549" t="14800" r="6540"/>
            <a:stretch>
              <a:fillRect/>
            </a:stretch>
          </p:blipFill>
          <p:spPr>
            <a:xfrm>
              <a:off x="3645927" y="3599652"/>
              <a:ext cx="4352227" cy="90943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691BCB-D581-366E-C247-9340C71EC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8862" t="24529" r="3153" b="39523"/>
            <a:stretch>
              <a:fillRect/>
            </a:stretch>
          </p:blipFill>
          <p:spPr>
            <a:xfrm>
              <a:off x="4831148" y="3811288"/>
              <a:ext cx="434920" cy="3715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129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AB1BA53-D7D8-0D3A-C557-5AE851FCD2D9}"/>
              </a:ext>
            </a:extLst>
          </p:cNvPr>
          <p:cNvGrpSpPr/>
          <p:nvPr/>
        </p:nvGrpSpPr>
        <p:grpSpPr>
          <a:xfrm>
            <a:off x="308024" y="969498"/>
            <a:ext cx="10789467" cy="5371512"/>
            <a:chOff x="-107054" y="1021820"/>
            <a:chExt cx="10789467" cy="537151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F874784-20BF-AC18-38B6-8FE55E6D1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572" t="24549" r="3081" b="9411"/>
            <a:stretch>
              <a:fillRect/>
            </a:stretch>
          </p:blipFill>
          <p:spPr>
            <a:xfrm>
              <a:off x="3612747" y="5622710"/>
              <a:ext cx="3755579" cy="770622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C4986C-D388-763C-7B54-A9B688AE5D7D}"/>
                </a:ext>
              </a:extLst>
            </p:cNvPr>
            <p:cNvSpPr txBox="1"/>
            <p:nvPr/>
          </p:nvSpPr>
          <p:spPr>
            <a:xfrm>
              <a:off x="-107054" y="4626832"/>
              <a:ext cx="10789467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N" dirty="0"/>
            </a:p>
            <a:p>
              <a:r>
                <a:rPr lang="en-IN" sz="3200" b="1" dirty="0">
                  <a:solidFill>
                    <a:srgbClr val="7030A0"/>
                  </a:solidFill>
                </a:rPr>
                <a:t>1.Truncated SVD (ℓ₀ norm minimization)</a:t>
              </a:r>
            </a:p>
            <a:p>
              <a:endParaRPr lang="en-IN" dirty="0"/>
            </a:p>
            <a:p>
              <a:endParaRPr lang="en-IN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A689B31-7CFD-800F-5F35-7DA427880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7397" y="3904206"/>
              <a:ext cx="4182059" cy="90500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F8D6A9-A66F-F03B-C09D-EA65E9F09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2048" b="3248"/>
            <a:stretch>
              <a:fillRect/>
            </a:stretch>
          </p:blipFill>
          <p:spPr>
            <a:xfrm>
              <a:off x="6234265" y="4190730"/>
              <a:ext cx="769052" cy="38111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780FB7-1778-1515-CBB1-20EEA9B22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22327" y="1021820"/>
              <a:ext cx="7820564" cy="267722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27CDC83-4B75-EB03-6866-A09F0A101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219" t="35425" r="3350" b="39981"/>
            <a:stretch>
              <a:fillRect/>
            </a:stretch>
          </p:blipFill>
          <p:spPr>
            <a:xfrm>
              <a:off x="2448225" y="1374503"/>
              <a:ext cx="401768" cy="3463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450784-36B2-4209-464F-A0365755E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41" t="37930" r="-722" b="18089"/>
            <a:stretch>
              <a:fillRect/>
            </a:stretch>
          </p:blipFill>
          <p:spPr>
            <a:xfrm>
              <a:off x="3575891" y="1410800"/>
              <a:ext cx="346140" cy="310052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CD9A85-F9A9-FB6D-1AE5-436C983CA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41" t="37930" r="-722" b="18089"/>
            <a:stretch>
              <a:fillRect/>
            </a:stretch>
          </p:blipFill>
          <p:spPr>
            <a:xfrm>
              <a:off x="7641530" y="1392651"/>
              <a:ext cx="346140" cy="31005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3BDEE1D-5781-D791-D93D-E91437AA7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41" t="37930" r="-722" b="18089"/>
            <a:stretch>
              <a:fillRect/>
            </a:stretch>
          </p:blipFill>
          <p:spPr>
            <a:xfrm>
              <a:off x="8149026" y="2265219"/>
              <a:ext cx="278409" cy="24938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97AA0C-42B7-CDC2-76A1-E365B1C58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41" t="37930" r="-722" b="18089"/>
            <a:stretch>
              <a:fillRect/>
            </a:stretch>
          </p:blipFill>
          <p:spPr>
            <a:xfrm>
              <a:off x="7129456" y="2772512"/>
              <a:ext cx="312275" cy="27971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8C54356-D372-FC49-5BEB-32C58E05D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41" t="37930" r="-722" b="18089"/>
            <a:stretch>
              <a:fillRect/>
            </a:stretch>
          </p:blipFill>
          <p:spPr>
            <a:xfrm>
              <a:off x="5490536" y="3312781"/>
              <a:ext cx="346140" cy="31005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19D14AE-E64A-EEFF-50AC-EAE46275A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219" t="35425" r="5571" b="43984"/>
            <a:stretch>
              <a:fillRect/>
            </a:stretch>
          </p:blipFill>
          <p:spPr>
            <a:xfrm>
              <a:off x="5923236" y="2265219"/>
              <a:ext cx="278410" cy="24938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8B08672-4676-CB70-8769-778BCDDB3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219" t="35425" r="5571" b="43984"/>
            <a:stretch>
              <a:fillRect/>
            </a:stretch>
          </p:blipFill>
          <p:spPr>
            <a:xfrm>
              <a:off x="5644826" y="2802847"/>
              <a:ext cx="278410" cy="24938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FADE631-2BE1-C51D-577F-51A218D8E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5219" t="35425" r="5571" b="43984"/>
            <a:stretch>
              <a:fillRect/>
            </a:stretch>
          </p:blipFill>
          <p:spPr>
            <a:xfrm>
              <a:off x="4899221" y="3304309"/>
              <a:ext cx="278410" cy="249382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2DE6C5-2F2D-0779-1265-DFEC4CEEDC06}"/>
                </a:ext>
              </a:extLst>
            </p:cNvPr>
            <p:cNvSpPr txBox="1"/>
            <p:nvPr/>
          </p:nvSpPr>
          <p:spPr>
            <a:xfrm>
              <a:off x="1894030" y="4075702"/>
              <a:ext cx="955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So</a:t>
              </a:r>
              <a:endParaRPr lang="en-I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37787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5F5A75E-4F48-B348-2D51-5E971A478917}"/>
              </a:ext>
            </a:extLst>
          </p:cNvPr>
          <p:cNvGrpSpPr/>
          <p:nvPr/>
        </p:nvGrpSpPr>
        <p:grpSpPr>
          <a:xfrm>
            <a:off x="1675755" y="3175943"/>
            <a:ext cx="5572540" cy="3006647"/>
            <a:chOff x="2593896" y="762668"/>
            <a:chExt cx="5258534" cy="283884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B67C148-A906-7BE2-EE68-24BE4DA7C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93896" y="762668"/>
              <a:ext cx="5258534" cy="283884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5A43E92-38BA-7775-62C5-8F8672182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163" r="78784" b="50000"/>
            <a:stretch>
              <a:fillRect/>
            </a:stretch>
          </p:blipFill>
          <p:spPr>
            <a:xfrm>
              <a:off x="2670320" y="1092720"/>
              <a:ext cx="1449396" cy="62096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C76D7E-7B38-AA8F-E0B3-5B97BCC587CD}"/>
                  </a:ext>
                </a:extLst>
              </p:cNvPr>
              <p:cNvSpPr txBox="1"/>
              <p:nvPr/>
            </p:nvSpPr>
            <p:spPr>
              <a:xfrm>
                <a:off x="1154027" y="2477943"/>
                <a:ext cx="609426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/>
                  <a:t>for each </a:t>
                </a:r>
                <a14:m>
                  <m:oMath xmlns:m="http://schemas.openxmlformats.org/officeDocument/2006/math">
                    <m:r>
                      <a:rPr lang="en-IN" sz="2800" b="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/>
                  <a:t>: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C76D7E-7B38-AA8F-E0B3-5B97BCC58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027" y="2477943"/>
                <a:ext cx="6094268" cy="523220"/>
              </a:xfrm>
              <a:prstGeom prst="rect">
                <a:avLst/>
              </a:prstGeom>
              <a:blipFill>
                <a:blip r:embed="rId3"/>
                <a:stretch>
                  <a:fillRect l="-2000" t="-11628" b="-313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2A0615E2-D46F-86FB-2BC2-F1555A884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62"/>
          <a:stretch>
            <a:fillRect/>
          </a:stretch>
        </p:blipFill>
        <p:spPr>
          <a:xfrm>
            <a:off x="1675755" y="945573"/>
            <a:ext cx="5595602" cy="122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19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5D501-C1B9-A580-5A4F-695F3242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50" y="548112"/>
            <a:ext cx="7182852" cy="2314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5B311-9EA3-6D12-0844-E4BD2AC03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27"/>
          <a:stretch>
            <a:fillRect/>
          </a:stretch>
        </p:blipFill>
        <p:spPr>
          <a:xfrm>
            <a:off x="413450" y="2767479"/>
            <a:ext cx="8297433" cy="1577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E57BF-EF41-DE3C-8DF8-874E102E1C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87"/>
          <a:stretch>
            <a:fillRect/>
          </a:stretch>
        </p:blipFill>
        <p:spPr>
          <a:xfrm>
            <a:off x="1498458" y="4432136"/>
            <a:ext cx="5429250" cy="24258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EA44C-A700-2C6F-4559-7D962D12F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708" y="6318976"/>
            <a:ext cx="983226" cy="38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71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9E245-7158-0211-DAF8-E36F410A6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59" y="66205"/>
            <a:ext cx="7746302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45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75E171B-A592-8528-9943-4CE700E3B3DA}"/>
              </a:ext>
            </a:extLst>
          </p:cNvPr>
          <p:cNvGrpSpPr/>
          <p:nvPr/>
        </p:nvGrpSpPr>
        <p:grpSpPr>
          <a:xfrm>
            <a:off x="0" y="613064"/>
            <a:ext cx="12119263" cy="5631872"/>
            <a:chOff x="0" y="613064"/>
            <a:chExt cx="12119263" cy="563187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4A36733-8679-1FD4-2068-80DF8F7143E8}"/>
                </a:ext>
              </a:extLst>
            </p:cNvPr>
            <p:cNvSpPr txBox="1"/>
            <p:nvPr/>
          </p:nvSpPr>
          <p:spPr>
            <a:xfrm>
              <a:off x="194186" y="613064"/>
              <a:ext cx="866925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7030A0"/>
                  </a:solidFill>
                </a:rPr>
                <a:t>2. Weighted Nuclear Norm Minimization (WNNM)</a:t>
              </a:r>
              <a:endParaRPr lang="en-IN" sz="2800" b="1" dirty="0">
                <a:solidFill>
                  <a:srgbClr val="7030A0"/>
                </a:solidFill>
              </a:endParaRPr>
            </a:p>
            <a:p>
              <a:endParaRPr lang="en-IN" sz="2800" dirty="0">
                <a:solidFill>
                  <a:srgbClr val="7030A0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3606853-19C6-300A-2BE8-F0A625833744}"/>
                </a:ext>
              </a:extLst>
            </p:cNvPr>
            <p:cNvGrpSpPr/>
            <p:nvPr/>
          </p:nvGrpSpPr>
          <p:grpSpPr>
            <a:xfrm>
              <a:off x="2450643" y="1125377"/>
              <a:ext cx="3632992" cy="791255"/>
              <a:chOff x="3516982" y="2317375"/>
              <a:chExt cx="3632992" cy="79125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1B268C0-0863-CA9B-0046-AC6F80B5F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21243"/>
              <a:stretch>
                <a:fillRect/>
              </a:stretch>
            </p:blipFill>
            <p:spPr>
              <a:xfrm>
                <a:off x="3516982" y="2317375"/>
                <a:ext cx="2879685" cy="791255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141229E-3CAD-4CF5-B568-FBC8EEB7A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0702" y="2435938"/>
                <a:ext cx="1059272" cy="525826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06A940-497A-BA29-74B8-6099F7DB7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4638" y="1916632"/>
              <a:ext cx="8771380" cy="160795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3127936-0E41-DFF2-B7EC-E411B2B0A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049"/>
            <a:stretch>
              <a:fillRect/>
            </a:stretch>
          </p:blipFill>
          <p:spPr>
            <a:xfrm>
              <a:off x="0" y="3451750"/>
              <a:ext cx="12119263" cy="279318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A556D20-420D-60C3-43E5-CBD328C5B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2627" t="85723" r="11663"/>
            <a:stretch>
              <a:fillRect/>
            </a:stretch>
          </p:blipFill>
          <p:spPr>
            <a:xfrm>
              <a:off x="11423072" y="4987636"/>
              <a:ext cx="696191" cy="8960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79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253A58-3EAC-F1F1-5C65-A7F4EFDF95C1}"/>
              </a:ext>
            </a:extLst>
          </p:cNvPr>
          <p:cNvGrpSpPr/>
          <p:nvPr/>
        </p:nvGrpSpPr>
        <p:grpSpPr>
          <a:xfrm>
            <a:off x="135081" y="587535"/>
            <a:ext cx="11232574" cy="5553492"/>
            <a:chOff x="135081" y="587535"/>
            <a:chExt cx="10183091" cy="447389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C9DDBB8-B182-67AF-95CA-36187602B8B8}"/>
                </a:ext>
              </a:extLst>
            </p:cNvPr>
            <p:cNvGrpSpPr/>
            <p:nvPr/>
          </p:nvGrpSpPr>
          <p:grpSpPr>
            <a:xfrm>
              <a:off x="135081" y="587535"/>
              <a:ext cx="10183091" cy="3826587"/>
              <a:chOff x="135081" y="587535"/>
              <a:chExt cx="10183091" cy="382658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6348255-9E95-FFED-6681-3CF54A852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5081" y="587535"/>
                <a:ext cx="10183091" cy="3826587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2E91BD9-F888-BA43-19F0-1B360816C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82627" t="85723" r="11663"/>
              <a:stretch>
                <a:fillRect/>
              </a:stretch>
            </p:blipFill>
            <p:spPr>
              <a:xfrm>
                <a:off x="9511927" y="1191490"/>
                <a:ext cx="660773" cy="896094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83078A-A968-6D99-F790-C4C7CEB5324A}"/>
                </a:ext>
              </a:extLst>
            </p:cNvPr>
            <p:cNvGrpSpPr/>
            <p:nvPr/>
          </p:nvGrpSpPr>
          <p:grpSpPr>
            <a:xfrm>
              <a:off x="3581016" y="4085985"/>
              <a:ext cx="3901184" cy="975445"/>
              <a:chOff x="3581016" y="4085985"/>
              <a:chExt cx="3901184" cy="97544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5ACAA74A-AD0E-6545-8F91-DD6B971F9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572" t="24549" r="3081" b="9411"/>
              <a:stretch>
                <a:fillRect/>
              </a:stretch>
            </p:blipFill>
            <p:spPr>
              <a:xfrm>
                <a:off x="3581016" y="4188397"/>
                <a:ext cx="3755579" cy="77062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D8CFDEB-8565-4815-AE01-B7CC7E20D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47653" y="4085985"/>
                <a:ext cx="1234547" cy="97544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9283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027452-6F84-DCA1-A928-8FA73574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271" y="674234"/>
            <a:ext cx="6548337" cy="606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0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92E153-0915-4830-77BD-33C539C49189}"/>
              </a:ext>
            </a:extLst>
          </p:cNvPr>
          <p:cNvSpPr/>
          <p:nvPr/>
        </p:nvSpPr>
        <p:spPr>
          <a:xfrm>
            <a:off x="6192982" y="5943600"/>
            <a:ext cx="2909454" cy="613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532284-A3CD-E491-297D-E16778D8590F}"/>
              </a:ext>
            </a:extLst>
          </p:cNvPr>
          <p:cNvSpPr/>
          <p:nvPr/>
        </p:nvSpPr>
        <p:spPr>
          <a:xfrm>
            <a:off x="5902036" y="5839691"/>
            <a:ext cx="3200400" cy="6130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52B109-76D4-5416-1365-F1A6962A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534" y="668536"/>
            <a:ext cx="7307938" cy="608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57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101570-2A88-05C0-66AA-08E42F47ED51}"/>
              </a:ext>
            </a:extLst>
          </p:cNvPr>
          <p:cNvSpPr txBox="1"/>
          <p:nvPr/>
        </p:nvSpPr>
        <p:spPr>
          <a:xfrm>
            <a:off x="195268" y="0"/>
            <a:ext cx="10693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3. Reweighted Singular Value Decomposition (RSVD)</a:t>
            </a:r>
            <a:endParaRPr lang="en-IN" sz="2800" b="1" dirty="0">
              <a:solidFill>
                <a:srgbClr val="7030A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F29C9-17EA-8A94-87CE-5D4E71B46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8" y="523220"/>
            <a:ext cx="7695902" cy="2253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BA87DD-D450-1246-1663-1D9EDE4DC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6" y="2710721"/>
            <a:ext cx="6096000" cy="414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77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085F7C-8104-2CD3-C0BC-B0C1AC16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70" y="574136"/>
            <a:ext cx="9163926" cy="569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35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57EF96-D940-2439-1851-4B50E749B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5" y="0"/>
            <a:ext cx="7457835" cy="54082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B57A2E-F405-4D12-E9F5-3774CFDC1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04" y="5246569"/>
            <a:ext cx="7300519" cy="156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933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8810465-C436-98C2-DAB8-945882D8C0A2}"/>
              </a:ext>
            </a:extLst>
          </p:cNvPr>
          <p:cNvGrpSpPr/>
          <p:nvPr/>
        </p:nvGrpSpPr>
        <p:grpSpPr>
          <a:xfrm>
            <a:off x="88490" y="470363"/>
            <a:ext cx="12192000" cy="6171205"/>
            <a:chOff x="88490" y="470363"/>
            <a:chExt cx="12192000" cy="61712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9F554AA-8F76-D5C2-BACF-A3A03EEAE621}"/>
                </a:ext>
              </a:extLst>
            </p:cNvPr>
            <p:cNvGrpSpPr/>
            <p:nvPr/>
          </p:nvGrpSpPr>
          <p:grpSpPr>
            <a:xfrm>
              <a:off x="88490" y="470363"/>
              <a:ext cx="12192000" cy="3354264"/>
              <a:chOff x="-110369" y="224816"/>
              <a:chExt cx="12467303" cy="33542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1390642-49C6-A049-3E26-10E118E38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3895" t="-3504"/>
              <a:stretch>
                <a:fillRect/>
              </a:stretch>
            </p:blipFill>
            <p:spPr>
              <a:xfrm>
                <a:off x="6995875" y="2935899"/>
                <a:ext cx="865239" cy="42398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2CB2B0-DC06-9A16-9B7D-777870416F01}"/>
                  </a:ext>
                </a:extLst>
              </p:cNvPr>
              <p:cNvSpPr txBox="1"/>
              <p:nvPr/>
            </p:nvSpPr>
            <p:spPr>
              <a:xfrm>
                <a:off x="-110369" y="224816"/>
                <a:ext cx="12467303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>
                    <a:solidFill>
                      <a:srgbClr val="7030A0"/>
                    </a:solidFill>
                  </a:rPr>
                  <a:t>4. Weighted Soft SVD ( weighted ℓ₁-norm minimization )</a:t>
                </a:r>
              </a:p>
              <a:p>
                <a:endParaRPr lang="en-IN" sz="2800" b="1" dirty="0">
                  <a:solidFill>
                    <a:srgbClr val="7030A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Standard </a:t>
                </a:r>
                <a:r>
                  <a:rPr lang="en-IN" sz="2400" b="1" dirty="0"/>
                  <a:t>ℓ₁ </a:t>
                </a:r>
                <a:r>
                  <a:rPr lang="en-IN" sz="2400" dirty="0"/>
                  <a:t>regularization treats all singular values equally and leads to uniform soft thresholding. This causes fault-related components to be penalized in the same manner as noise. 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400" dirty="0"/>
                  <a:t>To address this limitation, fault-related information is introduced through component dependent weights.</a:t>
                </a:r>
                <a:endParaRPr lang="en-IN" sz="2400" b="1" dirty="0">
                  <a:solidFill>
                    <a:schemeClr val="accent2"/>
                  </a:solidFill>
                </a:endParaRPr>
              </a:p>
            </p:txBody>
          </p:sp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5AA2FFE-B533-F0B2-D3D9-C9D273B34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21243"/>
              <a:stretch>
                <a:fillRect/>
              </a:stretch>
            </p:blipFill>
            <p:spPr>
              <a:xfrm>
                <a:off x="4116190" y="2787825"/>
                <a:ext cx="2879685" cy="791255"/>
              </a:xfrm>
              <a:prstGeom prst="rect">
                <a:avLst/>
              </a:prstGeom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3750194-2479-730A-D7CF-E6435324E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5046" y="3835435"/>
              <a:ext cx="6154009" cy="163852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3194E00-EC0E-7A48-F81B-5593C15E7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1551" b="10001"/>
            <a:stretch>
              <a:fillRect/>
            </a:stretch>
          </p:blipFill>
          <p:spPr>
            <a:xfrm>
              <a:off x="1897632" y="5528063"/>
              <a:ext cx="5963482" cy="11135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858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AEC0184-9BC8-5579-6908-72861B88B9A6}"/>
              </a:ext>
            </a:extLst>
          </p:cNvPr>
          <p:cNvGrpSpPr/>
          <p:nvPr/>
        </p:nvGrpSpPr>
        <p:grpSpPr>
          <a:xfrm>
            <a:off x="382600" y="731553"/>
            <a:ext cx="9000391" cy="1959208"/>
            <a:chOff x="382599" y="731553"/>
            <a:chExt cx="9665409" cy="20502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112FBD4-9C49-9E85-C9CF-A86734223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474" b="79893"/>
            <a:stretch>
              <a:fillRect/>
            </a:stretch>
          </p:blipFill>
          <p:spPr>
            <a:xfrm>
              <a:off x="382599" y="731553"/>
              <a:ext cx="7742591" cy="30611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0F5E865-CFBE-6524-75A1-EA8664CDC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1631" y="1160026"/>
              <a:ext cx="4662006" cy="96926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FF61DE-9609-DB43-B05D-ADB8D25D9968}"/>
                    </a:ext>
                  </a:extLst>
                </p:cNvPr>
                <p:cNvSpPr txBox="1"/>
                <p:nvPr/>
              </p:nvSpPr>
              <p:spPr>
                <a:xfrm>
                  <a:off x="960317" y="2407511"/>
                  <a:ext cx="9087691" cy="3742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dirty="0"/>
                    <a:t>Pi​ is called the </a:t>
                  </a:r>
                  <a:r>
                    <a:rPr lang="en-IN" b="1" dirty="0"/>
                    <a:t>Periodic Modulation Intensity (PMI)</a:t>
                  </a:r>
                  <a:r>
                    <a:rPr lang="en-IN" dirty="0"/>
                    <a:t> of the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𝑡ℎ</m:t>
                          </m:r>
                        </m:sup>
                      </m:sSup>
                    </m:oMath>
                  </a14:m>
                  <a:r>
                    <a:rPr lang="en-IN" dirty="0"/>
                    <a:t>singular component.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7FF61DE-9609-DB43-B05D-ADB8D25D99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317" y="2407511"/>
                  <a:ext cx="9087691" cy="374270"/>
                </a:xfrm>
                <a:prstGeom prst="rect">
                  <a:avLst/>
                </a:prstGeom>
                <a:blipFill>
                  <a:blip r:embed="rId4"/>
                  <a:stretch>
                    <a:fillRect l="-576" t="-8621" b="-32759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265007-A006-3537-0CFE-1AB2C2C01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6240" y="2407511"/>
              <a:ext cx="337652" cy="306113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70DFA61-90C7-7CA0-6C1A-F9D0E8E391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77" t="17351"/>
          <a:stretch>
            <a:fillRect/>
          </a:stretch>
        </p:blipFill>
        <p:spPr>
          <a:xfrm>
            <a:off x="3007991" y="2956633"/>
            <a:ext cx="5062079" cy="14338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A5445B-C985-97ED-F984-410CB982CD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372607"/>
            <a:ext cx="8801409" cy="24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12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B1699F-3BA8-AD09-469E-B2C9C870D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6" y="597477"/>
            <a:ext cx="5004467" cy="593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8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D9C141-5F2D-F8E8-8352-97E539B32541}"/>
              </a:ext>
            </a:extLst>
          </p:cNvPr>
          <p:cNvSpPr txBox="1"/>
          <p:nvPr/>
        </p:nvSpPr>
        <p:spPr>
          <a:xfrm>
            <a:off x="294968" y="3429000"/>
            <a:ext cx="9075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5. Signal Reconstruction</a:t>
            </a:r>
          </a:p>
          <a:p>
            <a:endParaRPr lang="en-IN" sz="2000" b="1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4D478D-865D-31D5-7FC7-7C58B2DEB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3906545"/>
            <a:ext cx="9625781" cy="1284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3E420B-A453-738E-6494-F0C972170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318" y="5191357"/>
            <a:ext cx="3673158" cy="1661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9E4D2-F11D-8D5A-C59B-7D5846F01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8" y="314578"/>
            <a:ext cx="4180000" cy="2906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9691C8-51AE-B5BC-C65F-A167F63A1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955" y="927441"/>
            <a:ext cx="6681210" cy="202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4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241D1B-43ED-A6D3-6E08-A90546B27A52}"/>
              </a:ext>
            </a:extLst>
          </p:cNvPr>
          <p:cNvSpPr txBox="1"/>
          <p:nvPr/>
        </p:nvSpPr>
        <p:spPr>
          <a:xfrm>
            <a:off x="264913" y="4793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2"/>
                </a:solidFill>
              </a:rPr>
              <a:t>Signal Reconstruction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17E610-0506-4EA2-3457-959605893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1" y="1064121"/>
            <a:ext cx="5900361" cy="575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7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1072F-90C3-D49B-2DAF-30345047A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5" y="149750"/>
            <a:ext cx="9050013" cy="2743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615E8B-E371-318D-70C9-AF257878E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49909"/>
            <a:ext cx="6538452" cy="400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42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B86D9-A1EA-F064-CBED-AA5EB8B2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74"/>
            <a:ext cx="9345329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6D360-541E-ABF9-FE3D-DEDB6FB2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29" y="0"/>
            <a:ext cx="82712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06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63A9E-BC87-A2FA-B6C4-C0379CF9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18" y="0"/>
            <a:ext cx="6942494" cy="4306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39F359-4519-58CB-1D6C-082ABED54E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95"/>
          <a:stretch>
            <a:fillRect/>
          </a:stretch>
        </p:blipFill>
        <p:spPr>
          <a:xfrm>
            <a:off x="279361" y="4235827"/>
            <a:ext cx="6794551" cy="262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997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E57E-0577-A234-0EDD-961BFA19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2B348-5EAB-B307-3372-8D4A2CBF8982}"/>
              </a:ext>
            </a:extLst>
          </p:cNvPr>
          <p:cNvSpPr txBox="1"/>
          <p:nvPr/>
        </p:nvSpPr>
        <p:spPr>
          <a:xfrm>
            <a:off x="5900035" y="2861204"/>
            <a:ext cx="5705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Raw vibration signal acquired from the IMS bearing dataset, sampled at 1000 kHz. The signal is heavily contaminated by noise, making early-stage fault-related impulses difficult to observe directly.</a:t>
            </a:r>
            <a:endParaRPr lang="en-IN" sz="24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93862DD1-AB0C-0FDB-619E-E9E22ED2A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12" y="2031977"/>
            <a:ext cx="5509785" cy="4132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30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77DD173-5F48-7AA8-5C25-2491B6AA9C10}"/>
              </a:ext>
            </a:extLst>
          </p:cNvPr>
          <p:cNvSpPr txBox="1"/>
          <p:nvPr/>
        </p:nvSpPr>
        <p:spPr>
          <a:xfrm>
            <a:off x="561110" y="5085485"/>
            <a:ext cx="411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Preprocessed vibration signal after DC removal, normalization, and segmentation to one second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C7DFF-824B-898C-9400-ECF0C903C5FB}"/>
              </a:ext>
            </a:extLst>
          </p:cNvPr>
          <p:cNvSpPr txBox="1"/>
          <p:nvPr/>
        </p:nvSpPr>
        <p:spPr>
          <a:xfrm>
            <a:off x="6431971" y="5252055"/>
            <a:ext cx="5435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Hankel matrix constructed from the vibration signal using overlapping patches (overlap =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sz="2000" dirty="0"/>
              <a:t> − 1), preserving temporal correlation and enabling low-rank analysis. (</a:t>
            </a:r>
            <a:r>
              <a:rPr lang="en-US" dirty="0"/>
              <a:t>Constructed matrix size: 40 x 961</a:t>
            </a:r>
            <a:r>
              <a:rPr lang="en-US" sz="2000" dirty="0"/>
              <a:t>)</a:t>
            </a:r>
            <a:endParaRPr lang="en-IN" sz="2000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FC72D4E5-8861-8037-3F1C-7CC828A1D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71" y="565755"/>
            <a:ext cx="62484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63844DD-7818-2BFC-7242-4201E78DF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971" y="870569"/>
            <a:ext cx="5435564" cy="407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849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6852159-4D44-631A-66DD-91EB1879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54" y="982164"/>
            <a:ext cx="6519251" cy="48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B0162041-0BD6-3171-ED9F-AE0B9DBFE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308" y="1194955"/>
            <a:ext cx="5652655" cy="424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16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265DDEC-EE92-378F-75F6-FFCD9C253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576" y="960642"/>
            <a:ext cx="6366424" cy="477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85617840-809A-D701-A331-3C01F99BC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1" y="960642"/>
            <a:ext cx="5950534" cy="446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484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DD1462-A79C-BE28-B3D3-404DBEC693EA}"/>
              </a:ext>
            </a:extLst>
          </p:cNvPr>
          <p:cNvSpPr txBox="1"/>
          <p:nvPr/>
        </p:nvSpPr>
        <p:spPr>
          <a:xfrm>
            <a:off x="166254" y="0"/>
            <a:ext cx="1174172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3. QUANTITATIVE AMPLITUDE FIDELITY METRICS</a:t>
            </a:r>
          </a:p>
          <a:p>
            <a:endParaRPr lang="en-IN" dirty="0"/>
          </a:p>
          <a:p>
            <a:r>
              <a:rPr lang="en-IN" sz="2400" b="1" u="sng" dirty="0">
                <a:solidFill>
                  <a:srgbClr val="7030A0"/>
                </a:solidFill>
              </a:rPr>
              <a:t>RMS Preservation Ratio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This metric quantifies how well the overall vibration amplitude is preserved after denoising.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 value close to one indicates minimal amplitude distortion, ensuring that the denoising process does not excessively attenuate the true signal strength.</a:t>
            </a:r>
            <a:endParaRPr lang="en-IN" sz="2400" dirty="0"/>
          </a:p>
          <a:p>
            <a:r>
              <a:rPr lang="en-IN" sz="2400" b="1" u="sng" dirty="0">
                <a:solidFill>
                  <a:srgbClr val="7030A0"/>
                </a:solidFill>
              </a:rPr>
              <a:t>Peak-to-Peak Preservation Ratio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This metric evaluates the preservation of maximum impulse amplitude in the signal.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 ratio close to one confirms that fault-related impulses are not suppressed during denoising.</a:t>
            </a:r>
            <a:endParaRPr lang="en-IN" sz="2400" u="sng" dirty="0"/>
          </a:p>
          <a:p>
            <a:r>
              <a:rPr lang="en-IN" sz="2400" b="1" u="sng" dirty="0">
                <a:solidFill>
                  <a:srgbClr val="7030A0"/>
                </a:solidFill>
              </a:rPr>
              <a:t>Energy Retention Ratio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This metric measures how much of the original signal energy is retained after denoising.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It reflects the balance between effective noise suppression and preservation of physically meaningful vibration energy.</a:t>
            </a:r>
            <a:endParaRPr lang="en-IN" sz="2400" u="sng" dirty="0"/>
          </a:p>
          <a:p>
            <a:r>
              <a:rPr lang="en-IN" sz="2400" b="1" u="sng" dirty="0">
                <a:solidFill>
                  <a:srgbClr val="7030A0"/>
                </a:solidFill>
              </a:rPr>
              <a:t>Kurtosis (Impulsiveness)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Kurtosis characterizes the impulsive nature of the signal, which is a key indicator of bearing faults.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Preserving or enhancing kurtosis after denoising confirms that fault-induced impulsive components remain  intact.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1445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070697-2688-B2ED-D114-64B9E48D3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129234"/>
              </p:ext>
            </p:extLst>
          </p:nvPr>
        </p:nvGraphicFramePr>
        <p:xfrm>
          <a:off x="497897" y="2377440"/>
          <a:ext cx="11029950" cy="2103120"/>
        </p:xfrm>
        <a:graphic>
          <a:graphicData uri="http://schemas.openxmlformats.org/drawingml/2006/table">
            <a:tbl>
              <a:tblPr/>
              <a:tblGrid>
                <a:gridCol w="2205990">
                  <a:extLst>
                    <a:ext uri="{9D8B030D-6E8A-4147-A177-3AD203B41FA5}">
                      <a16:colId xmlns:a16="http://schemas.microsoft.com/office/drawing/2014/main" val="1761109187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2122599347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1689248861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131123652"/>
                    </a:ext>
                  </a:extLst>
                </a:gridCol>
                <a:gridCol w="2205990">
                  <a:extLst>
                    <a:ext uri="{9D8B030D-6E8A-4147-A177-3AD203B41FA5}">
                      <a16:colId xmlns:a16="http://schemas.microsoft.com/office/drawing/2014/main" val="5273487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RMS Preservation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Peak-to-Peak Preservation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Energy 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Kurtosis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72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TSVD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5.1116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248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RSVD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0.5579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0.4588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0.3112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3.7839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6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WSSVD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0.9827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0.9704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0.9656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4.9769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99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WNNM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0.9972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5.1007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83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030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>
            <a:extLst>
              <a:ext uri="{FF2B5EF4-FFF2-40B4-BE49-F238E27FC236}">
                <a16:creationId xmlns:a16="http://schemas.microsoft.com/office/drawing/2014/main" id="{D7960CEB-401C-904E-1404-FF89CC3F9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4568"/>
            <a:ext cx="6469626" cy="485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C376CBA9-BA97-82E5-1A43-4EC8DBAD0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2" y="1081701"/>
            <a:ext cx="5997678" cy="450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852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>
            <a:extLst>
              <a:ext uri="{FF2B5EF4-FFF2-40B4-BE49-F238E27FC236}">
                <a16:creationId xmlns:a16="http://schemas.microsoft.com/office/drawing/2014/main" id="{DF2DF90E-D3F6-5A42-4DF5-B34E4BF0E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909"/>
            <a:ext cx="4542503" cy="340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0DAEE151-4CED-B357-E908-C10CA72B4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6209" y="160398"/>
            <a:ext cx="5018810" cy="376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>
            <a:extLst>
              <a:ext uri="{FF2B5EF4-FFF2-40B4-BE49-F238E27FC236}">
                <a16:creationId xmlns:a16="http://schemas.microsoft.com/office/drawing/2014/main" id="{708AADBE-F093-28EF-9A56-DD53F3EB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90" y="3738029"/>
            <a:ext cx="4156363" cy="311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519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ECCB753B-B580-0766-76D7-202BF7EB2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1394" cy="357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3C7C6C9C-1EB5-D7A2-741C-44458DFC6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352" y="0"/>
            <a:ext cx="4544068" cy="341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6408E4E-2FEA-5620-7F82-DDF4A9C06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" y="3691228"/>
            <a:ext cx="4218709" cy="316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>
            <a:extLst>
              <a:ext uri="{FF2B5EF4-FFF2-40B4-BE49-F238E27FC236}">
                <a16:creationId xmlns:a16="http://schemas.microsoft.com/office/drawing/2014/main" id="{E2C24743-9137-646B-ED9D-0C3CE0FBE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789" y="3352800"/>
            <a:ext cx="4648598" cy="348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8267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>
            <a:extLst>
              <a:ext uri="{FF2B5EF4-FFF2-40B4-BE49-F238E27FC236}">
                <a16:creationId xmlns:a16="http://schemas.microsoft.com/office/drawing/2014/main" id="{73B74E5F-BB28-DDC3-893C-5E8E91BFD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6" y="88490"/>
            <a:ext cx="4767795" cy="357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1AC91A4F-5A9C-C3BA-58EE-87ACDEFB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499" y="18910"/>
            <a:ext cx="4860487" cy="364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>
            <a:extLst>
              <a:ext uri="{FF2B5EF4-FFF2-40B4-BE49-F238E27FC236}">
                <a16:creationId xmlns:a16="http://schemas.microsoft.com/office/drawing/2014/main" id="{CDEBB239-082C-ABD2-1FCC-E2F4CF393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5430"/>
            <a:ext cx="4333009" cy="325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777F4B1F-7870-6FB3-6259-926ECBD2D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686" y="3605429"/>
            <a:ext cx="4333009" cy="325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630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3B49-813C-1C00-55A6-9095B7EA8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1191774"/>
            <a:ext cx="11029616" cy="988332"/>
          </a:xfrm>
        </p:spPr>
        <p:txBody>
          <a:bodyPr>
            <a:noAutofit/>
          </a:bodyPr>
          <a:lstStyle/>
          <a:p>
            <a:r>
              <a:rPr lang="en-IN" b="1" dirty="0"/>
              <a:t>BEARING FAULT CLASSIFICATION using random forest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12289" name="Picture 1">
            <a:extLst>
              <a:ext uri="{FF2B5EF4-FFF2-40B4-BE49-F238E27FC236}">
                <a16:creationId xmlns:a16="http://schemas.microsoft.com/office/drawing/2014/main" id="{15A4F209-8C8E-B473-03AE-AB16A5E5F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180106"/>
            <a:ext cx="5794664" cy="435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91E88A-93AC-D05B-BD1C-3E5903257E8C}"/>
              </a:ext>
            </a:extLst>
          </p:cNvPr>
          <p:cNvSpPr txBox="1"/>
          <p:nvPr/>
        </p:nvSpPr>
        <p:spPr>
          <a:xfrm>
            <a:off x="6747164" y="3198167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212121"/>
                </a:solidFill>
                <a:effectLst/>
                <a:latin typeface="Menlo"/>
              </a:rPr>
              <a:t>Classes:</a:t>
            </a:r>
          </a:p>
          <a:p>
            <a:pPr marL="457200" indent="-457200">
              <a:buAutoNum type="arabicPeriod"/>
            </a:pPr>
            <a:r>
              <a:rPr lang="en-IN" sz="2400" b="1" dirty="0" err="1">
                <a:solidFill>
                  <a:srgbClr val="212121"/>
                </a:solidFill>
                <a:latin typeface="Menlo"/>
              </a:rPr>
              <a:t>InnerRaceFault</a:t>
            </a:r>
            <a:endParaRPr lang="en-IN" sz="2400" b="1" dirty="0">
              <a:solidFill>
                <a:srgbClr val="212121"/>
              </a:solidFill>
              <a:latin typeface="Menlo"/>
            </a:endParaRPr>
          </a:p>
          <a:p>
            <a:pPr marL="457200" indent="-457200">
              <a:buAutoNum type="arabicPeriod"/>
            </a:pPr>
            <a:r>
              <a:rPr lang="en-IN" sz="2400" b="1" i="0" dirty="0" err="1">
                <a:solidFill>
                  <a:srgbClr val="212121"/>
                </a:solidFill>
                <a:effectLst/>
                <a:latin typeface="Menlo"/>
              </a:rPr>
              <a:t>OuterRacefault</a:t>
            </a:r>
            <a:endParaRPr lang="en-IN" sz="2400" b="1" i="0">
              <a:solidFill>
                <a:srgbClr val="212121"/>
              </a:solidFill>
              <a:effectLst/>
              <a:latin typeface="Menlo"/>
            </a:endParaRPr>
          </a:p>
          <a:p>
            <a:endParaRPr lang="en-IN" sz="2400" b="1" i="0" dirty="0">
              <a:solidFill>
                <a:srgbClr val="212121"/>
              </a:solidFill>
              <a:effectLst/>
              <a:latin typeface="Menlo"/>
            </a:endParaRPr>
          </a:p>
          <a:p>
            <a:r>
              <a:rPr lang="en-IN" sz="2400" b="1" i="0" dirty="0">
                <a:solidFill>
                  <a:srgbClr val="212121"/>
                </a:solidFill>
                <a:effectLst/>
                <a:latin typeface="Menlo"/>
              </a:rPr>
              <a:t>Accuracy: 0.9375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36947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81D66-9A2B-D2CC-1046-EB0F36A9A4D0}"/>
              </a:ext>
            </a:extLst>
          </p:cNvPr>
          <p:cNvSpPr txBox="1"/>
          <p:nvPr/>
        </p:nvSpPr>
        <p:spPr>
          <a:xfrm>
            <a:off x="2487560" y="2369574"/>
            <a:ext cx="75020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082852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4790</TotalTime>
  <Words>920</Words>
  <Application>Microsoft Office PowerPoint</Application>
  <PresentationFormat>Widescreen</PresentationFormat>
  <Paragraphs>129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Calibri</vt:lpstr>
      <vt:lpstr>Cambria Math</vt:lpstr>
      <vt:lpstr>Century Gothic</vt:lpstr>
      <vt:lpstr>Gill Sans MT</vt:lpstr>
      <vt:lpstr>Menlo</vt:lpstr>
      <vt:lpstr>Montserrat</vt:lpstr>
      <vt:lpstr>Wingdings</vt:lpstr>
      <vt:lpstr>Wingdings 2</vt:lpstr>
      <vt:lpstr>Dividend</vt:lpstr>
      <vt:lpstr>The sparse and low-rank interpretation of     SVD-based denoising for vibration signals</vt:lpstr>
      <vt:lpstr>Problem Statement</vt:lpstr>
      <vt:lpstr>OBJECTIVES</vt:lpstr>
      <vt:lpstr>PowerPoint Presentation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BEARING FAULT CLASSIFICATION using random forest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7</cp:revision>
  <dcterms:created xsi:type="dcterms:W3CDTF">2025-08-21T18:38:27Z</dcterms:created>
  <dcterms:modified xsi:type="dcterms:W3CDTF">2026-08-30T16:36:02Z</dcterms:modified>
</cp:coreProperties>
</file>